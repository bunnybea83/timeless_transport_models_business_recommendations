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Noto Sans Thin"/>
      <p:regular r:id="rId22"/>
      <p:bold r:id="rId23"/>
      <p:italic r:id="rId24"/>
      <p:boldItalic r:id="rId25"/>
    </p:embeddedFont>
    <p:embeddedFont>
      <p:font typeface="Noto Sans"/>
      <p:regular r:id="rId26"/>
      <p:bold r:id="rId27"/>
      <p:italic r:id="rId28"/>
      <p:boldItalic r:id="rId29"/>
    </p:embeddedFont>
    <p:embeddedFont>
      <p:font typeface="Noto Sans Black"/>
      <p:bold r:id="rId30"/>
      <p:boldItalic r:id="rId31"/>
    </p:embeddedFont>
    <p:embeddedFont>
      <p:font typeface="Sora"/>
      <p:regular r:id="rId32"/>
      <p:bold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otoSansThin-regular.fntdata"/><Relationship Id="rId21" Type="http://schemas.openxmlformats.org/officeDocument/2006/relationships/slide" Target="slides/slide16.xml"/><Relationship Id="rId24" Type="http://schemas.openxmlformats.org/officeDocument/2006/relationships/font" Target="fonts/NotoSansThin-italic.fntdata"/><Relationship Id="rId23" Type="http://schemas.openxmlformats.org/officeDocument/2006/relationships/font" Target="fonts/NotoSansThin-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otoSans-regular.fntdata"/><Relationship Id="rId25" Type="http://schemas.openxmlformats.org/officeDocument/2006/relationships/font" Target="fonts/NotoSansThin-boldItalic.fntdata"/><Relationship Id="rId28" Type="http://schemas.openxmlformats.org/officeDocument/2006/relationships/font" Target="fonts/NotoSans-italic.fntdata"/><Relationship Id="rId27" Type="http://schemas.openxmlformats.org/officeDocument/2006/relationships/font" Target="fonts/Noto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otoSans-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otoSansBlack-boldItalic.fntdata"/><Relationship Id="rId30" Type="http://schemas.openxmlformats.org/officeDocument/2006/relationships/font" Target="fonts/NotoSansBlack-bold.fntdata"/><Relationship Id="rId11" Type="http://schemas.openxmlformats.org/officeDocument/2006/relationships/slide" Target="slides/slide6.xml"/><Relationship Id="rId33" Type="http://schemas.openxmlformats.org/officeDocument/2006/relationships/font" Target="fonts/Sora-bold.fntdata"/><Relationship Id="rId10" Type="http://schemas.openxmlformats.org/officeDocument/2006/relationships/slide" Target="slides/slide5.xml"/><Relationship Id="rId32" Type="http://schemas.openxmlformats.org/officeDocument/2006/relationships/font" Target="fonts/Sora-regular.fntdata"/><Relationship Id="rId13" Type="http://schemas.openxmlformats.org/officeDocument/2006/relationships/slide" Target="slides/slide8.xml"/><Relationship Id="rId35" Type="http://schemas.openxmlformats.org/officeDocument/2006/relationships/font" Target="fonts/CenturyGothic-bold.fntdata"/><Relationship Id="rId12" Type="http://schemas.openxmlformats.org/officeDocument/2006/relationships/slide" Target="slides/slide7.xml"/><Relationship Id="rId34" Type="http://schemas.openxmlformats.org/officeDocument/2006/relationships/font" Target="fonts/CenturyGothic-regular.fntdata"/><Relationship Id="rId15" Type="http://schemas.openxmlformats.org/officeDocument/2006/relationships/slide" Target="slides/slide10.xml"/><Relationship Id="rId37" Type="http://schemas.openxmlformats.org/officeDocument/2006/relationships/font" Target="fonts/CenturyGothic-boldItalic.fntdata"/><Relationship Id="rId14" Type="http://schemas.openxmlformats.org/officeDocument/2006/relationships/slide" Target="slides/slide9.xml"/><Relationship Id="rId36" Type="http://schemas.openxmlformats.org/officeDocument/2006/relationships/font" Target="fonts/CenturyGothic-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0cb13539b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0cb13539b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0cb1353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d0cb13539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0cb13539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0cb13539b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0cb13539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d0cb13539b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7c1e87ec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7c1e87ec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7c1e87ec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d7c1e87ece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7c1e87ec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d7c1e87ece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7c1e87ec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d7c1e87ec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7c1e87ec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d7c1e87ec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11" Type="http://schemas.openxmlformats.org/officeDocument/2006/relationships/image" Target="../media/image22.png"/><Relationship Id="rId10" Type="http://schemas.openxmlformats.org/officeDocument/2006/relationships/image" Target="../media/image19.png"/><Relationship Id="rId9" Type="http://schemas.openxmlformats.org/officeDocument/2006/relationships/image" Target="../media/image23.png"/><Relationship Id="rId5" Type="http://schemas.openxmlformats.org/officeDocument/2006/relationships/image" Target="../media/image9.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20" Type="http://schemas.openxmlformats.org/officeDocument/2006/relationships/image" Target="../media/image29.png"/><Relationship Id="rId22" Type="http://schemas.openxmlformats.org/officeDocument/2006/relationships/image" Target="../media/image31.png"/><Relationship Id="rId21" Type="http://schemas.openxmlformats.org/officeDocument/2006/relationships/image" Target="../media/image40.png"/><Relationship Id="rId24" Type="http://schemas.openxmlformats.org/officeDocument/2006/relationships/image" Target="../media/image27.png"/><Relationship Id="rId23"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28.png"/><Relationship Id="rId25"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37.png"/><Relationship Id="rId11" Type="http://schemas.openxmlformats.org/officeDocument/2006/relationships/image" Target="../media/image34.png"/><Relationship Id="rId10" Type="http://schemas.openxmlformats.org/officeDocument/2006/relationships/image" Target="../media/image25.png"/><Relationship Id="rId13" Type="http://schemas.openxmlformats.org/officeDocument/2006/relationships/image" Target="../media/image20.png"/><Relationship Id="rId12" Type="http://schemas.openxmlformats.org/officeDocument/2006/relationships/image" Target="../media/image30.png"/><Relationship Id="rId15" Type="http://schemas.openxmlformats.org/officeDocument/2006/relationships/image" Target="../media/image43.png"/><Relationship Id="rId14" Type="http://schemas.openxmlformats.org/officeDocument/2006/relationships/image" Target="../media/image26.png"/><Relationship Id="rId17" Type="http://schemas.openxmlformats.org/officeDocument/2006/relationships/image" Target="../media/image46.png"/><Relationship Id="rId16" Type="http://schemas.openxmlformats.org/officeDocument/2006/relationships/image" Target="../media/image32.png"/><Relationship Id="rId19" Type="http://schemas.openxmlformats.org/officeDocument/2006/relationships/image" Target="../media/image33.png"/><Relationship Id="rId18" Type="http://schemas.openxmlformats.org/officeDocument/2006/relationships/image" Target="../media/image44.png"/></Relationships>
</file>

<file path=ppt/slides/_rels/slide8.xml.rels><?xml version="1.0" encoding="UTF-8" standalone="yes"?><Relationships xmlns="http://schemas.openxmlformats.org/package/2006/relationships"><Relationship Id="rId20" Type="http://schemas.openxmlformats.org/officeDocument/2006/relationships/image" Target="../media/image57.png"/><Relationship Id="rId22" Type="http://schemas.openxmlformats.org/officeDocument/2006/relationships/image" Target="../media/image66.png"/><Relationship Id="rId21" Type="http://schemas.openxmlformats.org/officeDocument/2006/relationships/image" Target="../media/image60.png"/><Relationship Id="rId24" Type="http://schemas.openxmlformats.org/officeDocument/2006/relationships/image" Target="../media/image68.png"/><Relationship Id="rId23"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0.png"/><Relationship Id="rId9" Type="http://schemas.openxmlformats.org/officeDocument/2006/relationships/image" Target="../media/image45.png"/><Relationship Id="rId26" Type="http://schemas.openxmlformats.org/officeDocument/2006/relationships/image" Target="../media/image62.png"/><Relationship Id="rId25" Type="http://schemas.openxmlformats.org/officeDocument/2006/relationships/image" Target="../media/image61.png"/><Relationship Id="rId5" Type="http://schemas.openxmlformats.org/officeDocument/2006/relationships/image" Target="../media/image38.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39.png"/><Relationship Id="rId11" Type="http://schemas.openxmlformats.org/officeDocument/2006/relationships/image" Target="../media/image53.png"/><Relationship Id="rId10" Type="http://schemas.openxmlformats.org/officeDocument/2006/relationships/image" Target="../media/image50.png"/><Relationship Id="rId13" Type="http://schemas.openxmlformats.org/officeDocument/2006/relationships/image" Target="../media/image54.png"/><Relationship Id="rId12" Type="http://schemas.openxmlformats.org/officeDocument/2006/relationships/image" Target="../media/image52.png"/><Relationship Id="rId15" Type="http://schemas.openxmlformats.org/officeDocument/2006/relationships/image" Target="../media/image47.png"/><Relationship Id="rId14" Type="http://schemas.openxmlformats.org/officeDocument/2006/relationships/image" Target="../media/image56.png"/><Relationship Id="rId17" Type="http://schemas.openxmlformats.org/officeDocument/2006/relationships/image" Target="../media/image49.png"/><Relationship Id="rId16" Type="http://schemas.openxmlformats.org/officeDocument/2006/relationships/image" Target="../media/image59.png"/><Relationship Id="rId19" Type="http://schemas.openxmlformats.org/officeDocument/2006/relationships/image" Target="../media/image55.png"/><Relationship Id="rId18" Type="http://schemas.openxmlformats.org/officeDocument/2006/relationships/image" Target="../media/image5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2.png"/><Relationship Id="rId5" Type="http://schemas.openxmlformats.org/officeDocument/2006/relationships/image" Target="../media/image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5.png"/><Relationship Id="rId5" Type="http://schemas.openxmlformats.org/officeDocument/2006/relationships/image" Target="../media/image7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64.png"/><Relationship Id="rId5" Type="http://schemas.openxmlformats.org/officeDocument/2006/relationships/image" Target="../media/image67.png"/><Relationship Id="rId6" Type="http://schemas.openxmlformats.org/officeDocument/2006/relationships/image" Target="../media/image73.png"/></Relationships>
</file>

<file path=ppt/slides/_rels/slide13.xml.rels><?xml version="1.0" encoding="UTF-8" standalone="yes"?><Relationships xmlns="http://schemas.openxmlformats.org/package/2006/relationships"><Relationship Id="rId20" Type="http://schemas.openxmlformats.org/officeDocument/2006/relationships/image" Target="../media/image91.png"/><Relationship Id="rId21" Type="http://schemas.openxmlformats.org/officeDocument/2006/relationships/image" Target="../media/image86.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9.png"/><Relationship Id="rId9" Type="http://schemas.openxmlformats.org/officeDocument/2006/relationships/image" Target="../media/image77.png"/><Relationship Id="rId5" Type="http://schemas.openxmlformats.org/officeDocument/2006/relationships/image" Target="../media/image83.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0.png"/><Relationship Id="rId11" Type="http://schemas.openxmlformats.org/officeDocument/2006/relationships/image" Target="../media/image81.png"/><Relationship Id="rId10" Type="http://schemas.openxmlformats.org/officeDocument/2006/relationships/image" Target="../media/image78.png"/><Relationship Id="rId13" Type="http://schemas.openxmlformats.org/officeDocument/2006/relationships/image" Target="../media/image82.png"/><Relationship Id="rId12" Type="http://schemas.openxmlformats.org/officeDocument/2006/relationships/image" Target="../media/image87.png"/><Relationship Id="rId15" Type="http://schemas.openxmlformats.org/officeDocument/2006/relationships/image" Target="../media/image85.png"/><Relationship Id="rId14" Type="http://schemas.openxmlformats.org/officeDocument/2006/relationships/image" Target="../media/image80.png"/><Relationship Id="rId17" Type="http://schemas.openxmlformats.org/officeDocument/2006/relationships/image" Target="../media/image90.png"/><Relationship Id="rId16" Type="http://schemas.openxmlformats.org/officeDocument/2006/relationships/image" Target="../media/image96.png"/><Relationship Id="rId19" Type="http://schemas.openxmlformats.org/officeDocument/2006/relationships/image" Target="../media/image89.png"/><Relationship Id="rId18" Type="http://schemas.openxmlformats.org/officeDocument/2006/relationships/image" Target="../media/image8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69.png"/><Relationship Id="rId9" Type="http://schemas.openxmlformats.org/officeDocument/2006/relationships/image" Target="../media/image92.png"/><Relationship Id="rId5" Type="http://schemas.openxmlformats.org/officeDocument/2006/relationships/image" Target="../media/image70.png"/><Relationship Id="rId6" Type="http://schemas.openxmlformats.org/officeDocument/2006/relationships/image" Target="../media/image75.png"/><Relationship Id="rId7" Type="http://schemas.openxmlformats.org/officeDocument/2006/relationships/image" Target="../media/image87.png"/><Relationship Id="rId8" Type="http://schemas.openxmlformats.org/officeDocument/2006/relationships/image" Target="../media/image76.png"/><Relationship Id="rId11" Type="http://schemas.openxmlformats.org/officeDocument/2006/relationships/image" Target="../media/image77.png"/><Relationship Id="rId10" Type="http://schemas.openxmlformats.org/officeDocument/2006/relationships/image" Target="../media/image78.png"/><Relationship Id="rId13" Type="http://schemas.openxmlformats.org/officeDocument/2006/relationships/image" Target="../media/image88.png"/><Relationship Id="rId12" Type="http://schemas.openxmlformats.org/officeDocument/2006/relationships/image" Target="../media/image109.png"/><Relationship Id="rId15" Type="http://schemas.openxmlformats.org/officeDocument/2006/relationships/image" Target="../media/image86.png"/><Relationship Id="rId14" Type="http://schemas.openxmlformats.org/officeDocument/2006/relationships/image" Target="../media/image100.png"/><Relationship Id="rId17" Type="http://schemas.openxmlformats.org/officeDocument/2006/relationships/image" Target="../media/image115.png"/><Relationship Id="rId16" Type="http://schemas.openxmlformats.org/officeDocument/2006/relationships/image" Target="../media/image95.png"/><Relationship Id="rId19" Type="http://schemas.openxmlformats.org/officeDocument/2006/relationships/image" Target="../media/image121.png"/><Relationship Id="rId18" Type="http://schemas.openxmlformats.org/officeDocument/2006/relationships/image" Target="../media/image10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5.png"/><Relationship Id="rId4" Type="http://schemas.openxmlformats.org/officeDocument/2006/relationships/image" Target="../media/image102.png"/><Relationship Id="rId9" Type="http://schemas.openxmlformats.org/officeDocument/2006/relationships/image" Target="../media/image99.png"/><Relationship Id="rId5" Type="http://schemas.openxmlformats.org/officeDocument/2006/relationships/image" Target="../media/image106.png"/><Relationship Id="rId6" Type="http://schemas.openxmlformats.org/officeDocument/2006/relationships/image" Target="../media/image93.png"/><Relationship Id="rId7" Type="http://schemas.openxmlformats.org/officeDocument/2006/relationships/image" Target="../media/image3.png"/><Relationship Id="rId8" Type="http://schemas.openxmlformats.org/officeDocument/2006/relationships/image" Target="../media/image97.png"/><Relationship Id="rId11" Type="http://schemas.openxmlformats.org/officeDocument/2006/relationships/image" Target="../media/image116.png"/><Relationship Id="rId10" Type="http://schemas.openxmlformats.org/officeDocument/2006/relationships/image" Target="../media/image98.png"/><Relationship Id="rId13" Type="http://schemas.openxmlformats.org/officeDocument/2006/relationships/image" Target="../media/image104.png"/><Relationship Id="rId12" Type="http://schemas.openxmlformats.org/officeDocument/2006/relationships/image" Target="../media/image108.png"/><Relationship Id="rId15" Type="http://schemas.openxmlformats.org/officeDocument/2006/relationships/image" Target="../media/image111.png"/><Relationship Id="rId14" Type="http://schemas.openxmlformats.org/officeDocument/2006/relationships/image" Target="../media/image94.png"/><Relationship Id="rId17" Type="http://schemas.openxmlformats.org/officeDocument/2006/relationships/image" Target="../media/image117.png"/><Relationship Id="rId16" Type="http://schemas.openxmlformats.org/officeDocument/2006/relationships/image" Target="../media/image112.png"/><Relationship Id="rId18" Type="http://schemas.openxmlformats.org/officeDocument/2006/relationships/image" Target="../media/image1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7.png"/><Relationship Id="rId4" Type="http://schemas.openxmlformats.org/officeDocument/2006/relationships/image" Target="../media/image119.png"/><Relationship Id="rId9" Type="http://schemas.openxmlformats.org/officeDocument/2006/relationships/image" Target="../media/image1.png"/><Relationship Id="rId5" Type="http://schemas.openxmlformats.org/officeDocument/2006/relationships/image" Target="../media/image103.png"/><Relationship Id="rId6" Type="http://schemas.openxmlformats.org/officeDocument/2006/relationships/image" Target="../media/image110.png"/><Relationship Id="rId7" Type="http://schemas.openxmlformats.org/officeDocument/2006/relationships/image" Target="../media/image118.png"/><Relationship Id="rId8"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D17B"/>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85" name="Google Shape;85;p13"/>
          <p:cNvSpPr txBox="1"/>
          <p:nvPr/>
        </p:nvSpPr>
        <p:spPr>
          <a:xfrm>
            <a:off x="1206500" y="2336800"/>
            <a:ext cx="13525500" cy="2540100"/>
          </a:xfrm>
          <a:prstGeom prst="rect">
            <a:avLst/>
          </a:prstGeom>
          <a:noFill/>
          <a:ln>
            <a:noFill/>
          </a:ln>
        </p:spPr>
        <p:txBody>
          <a:bodyPr anchorCtr="0" anchor="ctr" bIns="0" lIns="0" spcFirstLastPara="1" rIns="0" wrap="square" tIns="0">
            <a:noAutofit/>
          </a:bodyPr>
          <a:lstStyle/>
          <a:p>
            <a:pPr indent="0" lvl="0" marL="0" marR="0" rtl="0" algn="l">
              <a:lnSpc>
                <a:spcPct val="91300"/>
              </a:lnSpc>
              <a:spcBef>
                <a:spcPts val="0"/>
              </a:spcBef>
              <a:spcAft>
                <a:spcPts val="0"/>
              </a:spcAft>
              <a:buNone/>
            </a:pPr>
            <a:r>
              <a:rPr b="0" i="0" lang="en-US" sz="8000" u="none" cap="none" strike="noStrike">
                <a:solidFill>
                  <a:srgbClr val="073763"/>
                </a:solidFill>
                <a:latin typeface="Arial"/>
                <a:ea typeface="Arial"/>
                <a:cs typeface="Arial"/>
                <a:sym typeface="Arial"/>
              </a:rPr>
              <a:t>BUSINESS</a:t>
            </a:r>
            <a:endParaRPr>
              <a:solidFill>
                <a:srgbClr val="073763"/>
              </a:solidFill>
            </a:endParaRPr>
          </a:p>
          <a:p>
            <a:pPr indent="0" lvl="0" marL="0" marR="0" rtl="0" algn="l">
              <a:lnSpc>
                <a:spcPct val="91300"/>
              </a:lnSpc>
              <a:spcBef>
                <a:spcPts val="0"/>
              </a:spcBef>
              <a:spcAft>
                <a:spcPts val="0"/>
              </a:spcAft>
              <a:buNone/>
            </a:pPr>
            <a:r>
              <a:rPr b="0" i="0" lang="en-US" sz="8000" u="none" cap="none" strike="noStrike">
                <a:solidFill>
                  <a:srgbClr val="403C29"/>
                </a:solidFill>
                <a:latin typeface="Arial"/>
                <a:ea typeface="Arial"/>
                <a:cs typeface="Arial"/>
                <a:sym typeface="Arial"/>
              </a:rPr>
              <a:t>ANNUAL REPORT</a:t>
            </a:r>
            <a:endParaRPr/>
          </a:p>
        </p:txBody>
      </p:sp>
      <p:pic>
        <p:nvPicPr>
          <p:cNvPr id="86" name="Google Shape;86;p13"/>
          <p:cNvPicPr preferRelativeResize="0"/>
          <p:nvPr/>
        </p:nvPicPr>
        <p:blipFill rotWithShape="1">
          <a:blip r:embed="rId4">
            <a:alphaModFix/>
          </a:blip>
          <a:srcRect b="0" l="0" r="0" t="0"/>
          <a:stretch/>
        </p:blipFill>
        <p:spPr>
          <a:xfrm>
            <a:off x="10782300" y="0"/>
            <a:ext cx="7505700" cy="10287000"/>
          </a:xfrm>
          <a:prstGeom prst="rect">
            <a:avLst/>
          </a:prstGeom>
          <a:noFill/>
          <a:ln>
            <a:noFill/>
          </a:ln>
        </p:spPr>
      </p:pic>
      <p:sp>
        <p:nvSpPr>
          <p:cNvPr id="87" name="Google Shape;87;p13"/>
          <p:cNvSpPr txBox="1"/>
          <p:nvPr/>
        </p:nvSpPr>
        <p:spPr>
          <a:xfrm>
            <a:off x="1257300" y="1765300"/>
            <a:ext cx="6743700" cy="419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sz="2400">
                <a:solidFill>
                  <a:srgbClr val="746B42"/>
                </a:solidFill>
              </a:rPr>
              <a:t>2005 Timeless Transport Models</a:t>
            </a:r>
            <a:endParaRPr/>
          </a:p>
        </p:txBody>
      </p:sp>
      <p:sp>
        <p:nvSpPr>
          <p:cNvPr id="88" name="Google Shape;88;p13"/>
          <p:cNvSpPr txBox="1"/>
          <p:nvPr/>
        </p:nvSpPr>
        <p:spPr>
          <a:xfrm>
            <a:off x="1595475" y="7340600"/>
            <a:ext cx="2930700" cy="288900"/>
          </a:xfrm>
          <a:prstGeom prst="rect">
            <a:avLst/>
          </a:prstGeom>
          <a:noFill/>
          <a:ln>
            <a:noFill/>
          </a:ln>
        </p:spPr>
        <p:txBody>
          <a:bodyPr anchorCtr="0" anchor="ctr" bIns="0" lIns="0" spcFirstLastPara="1" rIns="0" wrap="square" tIns="0">
            <a:noAutofit/>
          </a:bodyPr>
          <a:lstStyle/>
          <a:p>
            <a:pPr indent="0" lvl="0" marL="0" rtl="0" algn="l">
              <a:spcBef>
                <a:spcPts val="200"/>
              </a:spcBef>
              <a:spcAft>
                <a:spcPts val="200"/>
              </a:spcAft>
              <a:buSzPts val="1100"/>
              <a:buNone/>
            </a:pPr>
            <a:r>
              <a:rPr lang="en-US" sz="2100">
                <a:solidFill>
                  <a:schemeClr val="dk1"/>
                </a:solidFill>
                <a:latin typeface="Sora"/>
                <a:ea typeface="Sora"/>
                <a:cs typeface="Sora"/>
                <a:sym typeface="Sora"/>
              </a:rPr>
              <a:t>TIMELESS </a:t>
            </a:r>
            <a:r>
              <a:rPr lang="en-US" sz="1200">
                <a:solidFill>
                  <a:srgbClr val="A47617"/>
                </a:solidFill>
                <a:latin typeface="Century Gothic"/>
                <a:ea typeface="Century Gothic"/>
                <a:cs typeface="Century Gothic"/>
                <a:sym typeface="Century Gothic"/>
              </a:rPr>
              <a:t>TRANSPORT MODELS</a:t>
            </a:r>
            <a:endParaRPr/>
          </a:p>
        </p:txBody>
      </p:sp>
      <p:sp>
        <p:nvSpPr>
          <p:cNvPr id="89" name="Google Shape;89;p13"/>
          <p:cNvSpPr txBox="1"/>
          <p:nvPr/>
        </p:nvSpPr>
        <p:spPr>
          <a:xfrm>
            <a:off x="800925" y="7937500"/>
            <a:ext cx="5079900" cy="546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a:solidFill>
                  <a:srgbClr val="746B42"/>
                </a:solidFill>
                <a:latin typeface="Noto Sans"/>
                <a:ea typeface="Noto Sans"/>
                <a:cs typeface="Noto Sans"/>
                <a:sym typeface="Noto Sans"/>
              </a:rPr>
              <a:t>Bea Sauve / Elton Nichols / Kainen Osborne</a:t>
            </a:r>
            <a:endParaRPr/>
          </a:p>
          <a:p>
            <a:pPr indent="0" lvl="0" marL="0" marR="0" rtl="0" algn="l">
              <a:lnSpc>
                <a:spcPct val="141100"/>
              </a:lnSpc>
              <a:spcBef>
                <a:spcPts val="0"/>
              </a:spcBef>
              <a:spcAft>
                <a:spcPts val="0"/>
              </a:spcAft>
              <a:buNone/>
            </a:pPr>
            <a:r>
              <a:rPr lang="en-US">
                <a:solidFill>
                  <a:srgbClr val="746B42"/>
                </a:solidFill>
                <a:latin typeface="Noto Sans"/>
                <a:ea typeface="Noto Sans"/>
                <a:cs typeface="Noto Sans"/>
                <a:sym typeface="Noto Sans"/>
              </a:rPr>
              <a:t>NSCC | Data Analytics in Business |CSB304 | Eric Lloyd</a:t>
            </a:r>
            <a:endParaRPr/>
          </a:p>
        </p:txBody>
      </p:sp>
      <p:pic>
        <p:nvPicPr>
          <p:cNvPr id="90" name="Google Shape;90;p13"/>
          <p:cNvPicPr preferRelativeResize="0"/>
          <p:nvPr/>
        </p:nvPicPr>
        <p:blipFill rotWithShape="1">
          <a:blip r:embed="rId5">
            <a:alphaModFix/>
          </a:blip>
          <a:srcRect b="42552" l="14331" r="52868" t="31334"/>
          <a:stretch/>
        </p:blipFill>
        <p:spPr>
          <a:xfrm>
            <a:off x="640380" y="7211997"/>
            <a:ext cx="1029304" cy="5460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03C29"/>
        </a:solidFill>
      </p:bgPr>
    </p:bg>
    <p:spTree>
      <p:nvGrpSpPr>
        <p:cNvPr id="94" name="Shape 94"/>
        <p:cNvGrpSpPr/>
        <p:nvPr/>
      </p:nvGrpSpPr>
      <p:grpSpPr>
        <a:xfrm>
          <a:off x="0" y="0"/>
          <a:ext cx="0" cy="0"/>
          <a:chOff x="0" y="0"/>
          <a:chExt cx="0" cy="0"/>
        </a:xfrm>
      </p:grpSpPr>
      <p:pic>
        <p:nvPicPr>
          <p:cNvPr id="95" name="Google Shape;95;p14"/>
          <p:cNvPicPr preferRelativeResize="0"/>
          <p:nvPr/>
        </p:nvPicPr>
        <p:blipFill rotWithShape="1">
          <a:blip r:embed="rId3">
            <a:alphaModFix amt="10000"/>
          </a:blip>
          <a:srcRect b="0" l="0" r="0" t="0"/>
          <a:stretch/>
        </p:blipFill>
        <p:spPr>
          <a:xfrm>
            <a:off x="0" y="0"/>
            <a:ext cx="18288000" cy="10287000"/>
          </a:xfrm>
          <a:prstGeom prst="rect">
            <a:avLst/>
          </a:prstGeom>
          <a:noFill/>
          <a:ln>
            <a:noFill/>
          </a:ln>
        </p:spPr>
      </p:pic>
      <p:pic>
        <p:nvPicPr>
          <p:cNvPr id="96" name="Google Shape;96;p14"/>
          <p:cNvPicPr preferRelativeResize="0"/>
          <p:nvPr/>
        </p:nvPicPr>
        <p:blipFill rotWithShape="1">
          <a:blip r:embed="rId4">
            <a:alphaModFix/>
          </a:blip>
          <a:srcRect b="0" l="0" r="0" t="0"/>
          <a:stretch/>
        </p:blipFill>
        <p:spPr>
          <a:xfrm>
            <a:off x="10782300" y="0"/>
            <a:ext cx="7505700" cy="10287000"/>
          </a:xfrm>
          <a:prstGeom prst="rect">
            <a:avLst/>
          </a:prstGeom>
          <a:noFill/>
          <a:ln>
            <a:noFill/>
          </a:ln>
        </p:spPr>
      </p:pic>
      <p:sp>
        <p:nvSpPr>
          <p:cNvPr id="97" name="Google Shape;97;p14"/>
          <p:cNvSpPr txBox="1"/>
          <p:nvPr/>
        </p:nvSpPr>
        <p:spPr>
          <a:xfrm>
            <a:off x="1257300" y="3581400"/>
            <a:ext cx="482600" cy="317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1</a:t>
            </a:r>
            <a:endParaRPr/>
          </a:p>
        </p:txBody>
      </p:sp>
      <p:sp>
        <p:nvSpPr>
          <p:cNvPr id="98" name="Google Shape;98;p14"/>
          <p:cNvSpPr txBox="1"/>
          <p:nvPr/>
        </p:nvSpPr>
        <p:spPr>
          <a:xfrm>
            <a:off x="4800600" y="3517900"/>
            <a:ext cx="2451100" cy="9779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600" u="none" cap="none" strike="noStrike">
                <a:solidFill>
                  <a:srgbClr val="F8F8F6"/>
                </a:solidFill>
                <a:latin typeface="Noto Sans"/>
                <a:ea typeface="Noto Sans"/>
                <a:cs typeface="Noto Sans"/>
                <a:sym typeface="Noto Sans"/>
              </a:rPr>
              <a:t>- About Us</a:t>
            </a:r>
            <a:endParaRPr/>
          </a:p>
          <a:p>
            <a:pPr indent="0" lvl="0" marL="0" marR="0" rtl="0" algn="l">
              <a:lnSpc>
                <a:spcPct val="141100"/>
              </a:lnSpc>
              <a:spcBef>
                <a:spcPts val="0"/>
              </a:spcBef>
              <a:spcAft>
                <a:spcPts val="0"/>
              </a:spcAft>
              <a:buNone/>
            </a:pPr>
            <a:r>
              <a:rPr b="0" i="0" lang="en-US" sz="1600" u="none" cap="none" strike="noStrike">
                <a:solidFill>
                  <a:srgbClr val="F8F8F6"/>
                </a:solidFill>
                <a:latin typeface="Noto Sans"/>
                <a:ea typeface="Noto Sans"/>
                <a:cs typeface="Noto Sans"/>
                <a:sym typeface="Noto Sans"/>
              </a:rPr>
              <a:t>- </a:t>
            </a:r>
            <a:r>
              <a:rPr lang="en-US" sz="1600">
                <a:solidFill>
                  <a:srgbClr val="F8F8F6"/>
                </a:solidFill>
                <a:latin typeface="Noto Sans"/>
                <a:ea typeface="Noto Sans"/>
                <a:cs typeface="Noto Sans"/>
                <a:sym typeface="Noto Sans"/>
              </a:rPr>
              <a:t>Project Objective</a:t>
            </a:r>
            <a:endParaRPr/>
          </a:p>
          <a:p>
            <a:pPr indent="0" lvl="0" marL="0" marR="0" rtl="0" algn="l">
              <a:lnSpc>
                <a:spcPct val="141100"/>
              </a:lnSpc>
              <a:spcBef>
                <a:spcPts val="0"/>
              </a:spcBef>
              <a:spcAft>
                <a:spcPts val="0"/>
              </a:spcAft>
              <a:buNone/>
            </a:pPr>
            <a:r>
              <a:t/>
            </a:r>
            <a:endParaRPr/>
          </a:p>
        </p:txBody>
      </p:sp>
      <p:sp>
        <p:nvSpPr>
          <p:cNvPr id="99" name="Google Shape;99;p14"/>
          <p:cNvSpPr txBox="1"/>
          <p:nvPr/>
        </p:nvSpPr>
        <p:spPr>
          <a:xfrm>
            <a:off x="1739900" y="34544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3200" u="none" cap="none" strike="noStrike">
                <a:solidFill>
                  <a:srgbClr val="E4D17B"/>
                </a:solidFill>
                <a:latin typeface="Arial"/>
                <a:ea typeface="Arial"/>
                <a:cs typeface="Arial"/>
                <a:sym typeface="Arial"/>
              </a:rPr>
              <a:t>Introduction</a:t>
            </a:r>
            <a:endParaRPr/>
          </a:p>
        </p:txBody>
      </p:sp>
      <p:sp>
        <p:nvSpPr>
          <p:cNvPr id="100" name="Google Shape;100;p14"/>
          <p:cNvSpPr txBox="1"/>
          <p:nvPr/>
        </p:nvSpPr>
        <p:spPr>
          <a:xfrm>
            <a:off x="1244600" y="4559300"/>
            <a:ext cx="4827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2</a:t>
            </a:r>
            <a:endParaRPr/>
          </a:p>
        </p:txBody>
      </p:sp>
      <p:sp>
        <p:nvSpPr>
          <p:cNvPr id="101" name="Google Shape;101;p14"/>
          <p:cNvSpPr txBox="1"/>
          <p:nvPr/>
        </p:nvSpPr>
        <p:spPr>
          <a:xfrm>
            <a:off x="1727200" y="44450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Production</a:t>
            </a:r>
            <a:endParaRPr/>
          </a:p>
        </p:txBody>
      </p:sp>
      <p:sp>
        <p:nvSpPr>
          <p:cNvPr id="102" name="Google Shape;102;p14"/>
          <p:cNvSpPr txBox="1"/>
          <p:nvPr/>
        </p:nvSpPr>
        <p:spPr>
          <a:xfrm>
            <a:off x="1257300" y="5308600"/>
            <a:ext cx="4191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3</a:t>
            </a:r>
            <a:endParaRPr/>
          </a:p>
        </p:txBody>
      </p:sp>
      <p:sp>
        <p:nvSpPr>
          <p:cNvPr id="103" name="Google Shape;103;p14"/>
          <p:cNvSpPr txBox="1"/>
          <p:nvPr/>
        </p:nvSpPr>
        <p:spPr>
          <a:xfrm>
            <a:off x="1739900" y="51816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Sales</a:t>
            </a:r>
            <a:endParaRPr/>
          </a:p>
        </p:txBody>
      </p:sp>
      <p:sp>
        <p:nvSpPr>
          <p:cNvPr id="104" name="Google Shape;104;p14"/>
          <p:cNvSpPr txBox="1"/>
          <p:nvPr/>
        </p:nvSpPr>
        <p:spPr>
          <a:xfrm>
            <a:off x="1244600" y="618490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4</a:t>
            </a:r>
            <a:endParaRPr/>
          </a:p>
        </p:txBody>
      </p:sp>
      <p:sp>
        <p:nvSpPr>
          <p:cNvPr id="105" name="Google Shape;105;p14"/>
          <p:cNvSpPr txBox="1"/>
          <p:nvPr/>
        </p:nvSpPr>
        <p:spPr>
          <a:xfrm>
            <a:off x="1727200" y="60579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Clients</a:t>
            </a:r>
            <a:endParaRPr/>
          </a:p>
        </p:txBody>
      </p:sp>
      <p:sp>
        <p:nvSpPr>
          <p:cNvPr id="106" name="Google Shape;106;p14"/>
          <p:cNvSpPr txBox="1"/>
          <p:nvPr/>
        </p:nvSpPr>
        <p:spPr>
          <a:xfrm>
            <a:off x="1244600" y="1219200"/>
            <a:ext cx="4648200" cy="254000"/>
          </a:xfrm>
          <a:prstGeom prst="rect">
            <a:avLst/>
          </a:prstGeom>
          <a:noFill/>
          <a:ln>
            <a:noFill/>
          </a:ln>
        </p:spPr>
        <p:txBody>
          <a:bodyPr anchorCtr="0" anchor="ctr" bIns="0" lIns="0" spcFirstLastPara="1" rIns="0" wrap="square" tIns="0">
            <a:noAutofit/>
          </a:bodyPr>
          <a:lstStyle/>
          <a:p>
            <a:pPr indent="0" lvl="0" marL="0" marR="0" rtl="0" algn="l">
              <a:lnSpc>
                <a:spcPct val="124499"/>
              </a:lnSpc>
              <a:spcBef>
                <a:spcPts val="0"/>
              </a:spcBef>
              <a:spcAft>
                <a:spcPts val="0"/>
              </a:spcAft>
              <a:buNone/>
            </a:pPr>
            <a:r>
              <a:rPr b="0" i="0" lang="en-US" sz="1400" u="none" cap="none" strike="noStrike">
                <a:solidFill>
                  <a:srgbClr val="EEE5C0"/>
                </a:solidFill>
                <a:latin typeface="Arial"/>
                <a:ea typeface="Arial"/>
                <a:cs typeface="Arial"/>
                <a:sym typeface="Arial"/>
              </a:rPr>
              <a:t>BUSINESS </a:t>
            </a:r>
            <a:r>
              <a:rPr lang="en-US">
                <a:solidFill>
                  <a:srgbClr val="EEE5C0"/>
                </a:solidFill>
              </a:rPr>
              <a:t>ANNUAL</a:t>
            </a:r>
            <a:r>
              <a:rPr b="0" i="0" lang="en-US" sz="1400" u="none" cap="none" strike="noStrike">
                <a:solidFill>
                  <a:srgbClr val="EEE5C0"/>
                </a:solidFill>
                <a:latin typeface="Arial"/>
                <a:ea typeface="Arial"/>
                <a:cs typeface="Arial"/>
                <a:sym typeface="Arial"/>
              </a:rPr>
              <a:t> REPORT</a:t>
            </a:r>
            <a:endParaRPr/>
          </a:p>
        </p:txBody>
      </p:sp>
      <p:sp>
        <p:nvSpPr>
          <p:cNvPr id="107" name="Google Shape;107;p14"/>
          <p:cNvSpPr txBox="1"/>
          <p:nvPr/>
        </p:nvSpPr>
        <p:spPr>
          <a:xfrm>
            <a:off x="1206500" y="1447800"/>
            <a:ext cx="5575300" cy="850900"/>
          </a:xfrm>
          <a:prstGeom prst="rect">
            <a:avLst/>
          </a:prstGeom>
          <a:noFill/>
          <a:ln>
            <a:noFill/>
          </a:ln>
        </p:spPr>
        <p:txBody>
          <a:bodyPr anchorCtr="0" anchor="ctr" bIns="0" lIns="0" spcFirstLastPara="1" rIns="0" wrap="square" tIns="0">
            <a:noAutofit/>
          </a:bodyPr>
          <a:lstStyle/>
          <a:p>
            <a:pPr indent="0" lvl="0" marL="0" marR="0" rtl="0" algn="l">
              <a:lnSpc>
                <a:spcPct val="124499"/>
              </a:lnSpc>
              <a:spcBef>
                <a:spcPts val="0"/>
              </a:spcBef>
              <a:spcAft>
                <a:spcPts val="0"/>
              </a:spcAft>
              <a:buNone/>
            </a:pPr>
            <a:r>
              <a:rPr b="0" i="0" lang="en-US" sz="4800" u="none" cap="none" strike="noStrike">
                <a:solidFill>
                  <a:srgbClr val="EEE5C0"/>
                </a:solidFill>
                <a:latin typeface="Arial"/>
                <a:ea typeface="Arial"/>
                <a:cs typeface="Arial"/>
                <a:sym typeface="Arial"/>
              </a:rPr>
              <a:t>CONTENTS</a:t>
            </a:r>
            <a:endParaRPr/>
          </a:p>
        </p:txBody>
      </p:sp>
      <p:sp>
        <p:nvSpPr>
          <p:cNvPr id="108" name="Google Shape;108;p14"/>
          <p:cNvSpPr txBox="1"/>
          <p:nvPr/>
        </p:nvSpPr>
        <p:spPr>
          <a:xfrm>
            <a:off x="6294000" y="4063425"/>
            <a:ext cx="534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09" name="Google Shape;109;p14"/>
          <p:cNvSpPr txBox="1"/>
          <p:nvPr/>
        </p:nvSpPr>
        <p:spPr>
          <a:xfrm>
            <a:off x="1206500" y="706120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800">
                <a:solidFill>
                  <a:srgbClr val="E4D17B"/>
                </a:solidFill>
              </a:rPr>
              <a:t>5</a:t>
            </a:r>
            <a:endParaRPr/>
          </a:p>
        </p:txBody>
      </p:sp>
      <p:sp>
        <p:nvSpPr>
          <p:cNvPr id="110" name="Google Shape;110;p14"/>
          <p:cNvSpPr txBox="1"/>
          <p:nvPr/>
        </p:nvSpPr>
        <p:spPr>
          <a:xfrm>
            <a:off x="1689100" y="69342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Marketing</a:t>
            </a:r>
            <a:endParaRPr/>
          </a:p>
        </p:txBody>
      </p:sp>
      <p:sp>
        <p:nvSpPr>
          <p:cNvPr id="111" name="Google Shape;111;p14"/>
          <p:cNvSpPr txBox="1"/>
          <p:nvPr/>
        </p:nvSpPr>
        <p:spPr>
          <a:xfrm>
            <a:off x="1206500" y="789965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800">
                <a:solidFill>
                  <a:srgbClr val="E4D17B"/>
                </a:solidFill>
              </a:rPr>
              <a:t>6</a:t>
            </a:r>
            <a:endParaRPr/>
          </a:p>
        </p:txBody>
      </p:sp>
      <p:sp>
        <p:nvSpPr>
          <p:cNvPr id="112" name="Google Shape;112;p14"/>
          <p:cNvSpPr txBox="1"/>
          <p:nvPr/>
        </p:nvSpPr>
        <p:spPr>
          <a:xfrm>
            <a:off x="1689100" y="777265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Deliverables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16" name="Shape 116"/>
        <p:cNvGrpSpPr/>
        <p:nvPr/>
      </p:nvGrpSpPr>
      <p:grpSpPr>
        <a:xfrm>
          <a:off x="0" y="0"/>
          <a:ext cx="0" cy="0"/>
          <a:chOff x="0" y="0"/>
          <a:chExt cx="0" cy="0"/>
        </a:xfrm>
      </p:grpSpPr>
      <p:pic>
        <p:nvPicPr>
          <p:cNvPr id="117" name="Google Shape;117;p15"/>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18" name="Google Shape;118;p15"/>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19" name="Google Shape;119;p15"/>
          <p:cNvSpPr txBox="1"/>
          <p:nvPr/>
        </p:nvSpPr>
        <p:spPr>
          <a:xfrm>
            <a:off x="1206500" y="965200"/>
            <a:ext cx="98679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About Us</a:t>
            </a:r>
            <a:endParaRPr/>
          </a:p>
        </p:txBody>
      </p:sp>
      <p:sp>
        <p:nvSpPr>
          <p:cNvPr id="120" name="Google Shape;120;p15"/>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01</a:t>
            </a:r>
            <a:endParaRPr/>
          </a:p>
        </p:txBody>
      </p:sp>
      <p:sp>
        <p:nvSpPr>
          <p:cNvPr id="121" name="Google Shape;121;p15"/>
          <p:cNvSpPr txBox="1"/>
          <p:nvPr/>
        </p:nvSpPr>
        <p:spPr>
          <a:xfrm rot="-5400000">
            <a:off x="14503400" y="47117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Introduction - About Us</a:t>
            </a:r>
            <a:endParaRPr/>
          </a:p>
        </p:txBody>
      </p:sp>
      <p:pic>
        <p:nvPicPr>
          <p:cNvPr id="122" name="Google Shape;122;p15"/>
          <p:cNvPicPr preferRelativeResize="0"/>
          <p:nvPr/>
        </p:nvPicPr>
        <p:blipFill rotWithShape="1">
          <a:blip r:embed="rId4">
            <a:alphaModFix/>
          </a:blip>
          <a:srcRect b="0" l="0" r="0" t="0"/>
          <a:stretch/>
        </p:blipFill>
        <p:spPr>
          <a:xfrm>
            <a:off x="1206500" y="3543300"/>
            <a:ext cx="6667500" cy="5410200"/>
          </a:xfrm>
          <a:prstGeom prst="rect">
            <a:avLst/>
          </a:prstGeom>
          <a:noFill/>
          <a:ln>
            <a:noFill/>
          </a:ln>
        </p:spPr>
      </p:pic>
      <p:sp>
        <p:nvSpPr>
          <p:cNvPr id="123" name="Google Shape;123;p15"/>
          <p:cNvSpPr txBox="1"/>
          <p:nvPr/>
        </p:nvSpPr>
        <p:spPr>
          <a:xfrm>
            <a:off x="8318500" y="3378200"/>
            <a:ext cx="5461000" cy="2222500"/>
          </a:xfrm>
          <a:prstGeom prst="rect">
            <a:avLst/>
          </a:prstGeom>
          <a:noFill/>
          <a:ln>
            <a:noFill/>
          </a:ln>
        </p:spPr>
        <p:txBody>
          <a:bodyPr anchorCtr="0" anchor="ctr" bIns="0" lIns="0" spcFirstLastPara="1" rIns="0" wrap="square" tIns="0">
            <a:noAutofit/>
          </a:bodyPr>
          <a:lstStyle/>
          <a:p>
            <a:pPr indent="0" lvl="0" marL="0" marR="0" rtl="0" algn="l">
              <a:lnSpc>
                <a:spcPct val="107899"/>
              </a:lnSpc>
              <a:spcBef>
                <a:spcPts val="0"/>
              </a:spcBef>
              <a:spcAft>
                <a:spcPts val="0"/>
              </a:spcAft>
              <a:buNone/>
            </a:pPr>
            <a:r>
              <a:rPr lang="en-US" sz="4400">
                <a:solidFill>
                  <a:srgbClr val="746B42"/>
                </a:solidFill>
                <a:latin typeface="Noto Sans Black"/>
                <a:ea typeface="Noto Sans Black"/>
                <a:cs typeface="Noto Sans Black"/>
                <a:sym typeface="Noto Sans Black"/>
              </a:rPr>
              <a:t>Forecasting</a:t>
            </a:r>
            <a:r>
              <a:rPr b="0" i="0" lang="en-US" sz="4400" u="none" cap="none" strike="noStrike">
                <a:solidFill>
                  <a:srgbClr val="746B42"/>
                </a:solidFill>
                <a:latin typeface="Noto Sans Black"/>
                <a:ea typeface="Noto Sans Black"/>
                <a:cs typeface="Noto Sans Black"/>
                <a:sym typeface="Noto Sans Black"/>
              </a:rPr>
              <a:t>,</a:t>
            </a:r>
            <a:endParaRPr/>
          </a:p>
          <a:p>
            <a:pPr indent="0" lvl="0" marL="0" marR="0" rtl="0" algn="l">
              <a:lnSpc>
                <a:spcPct val="107899"/>
              </a:lnSpc>
              <a:spcBef>
                <a:spcPts val="0"/>
              </a:spcBef>
              <a:spcAft>
                <a:spcPts val="0"/>
              </a:spcAft>
              <a:buNone/>
            </a:pPr>
            <a:r>
              <a:rPr b="0" i="0" lang="en-US" sz="4400" u="none" cap="none" strike="noStrike">
                <a:solidFill>
                  <a:srgbClr val="746B42"/>
                </a:solidFill>
                <a:latin typeface="Noto Sans Thin"/>
                <a:ea typeface="Noto Sans Thin"/>
                <a:cs typeface="Noto Sans Thin"/>
                <a:sym typeface="Noto Sans Thin"/>
              </a:rPr>
              <a:t>more </a:t>
            </a:r>
            <a:r>
              <a:rPr lang="en-US" sz="4400">
                <a:solidFill>
                  <a:srgbClr val="746B42"/>
                </a:solidFill>
                <a:latin typeface="Noto Sans Black"/>
                <a:ea typeface="Noto Sans Black"/>
                <a:cs typeface="Noto Sans Black"/>
                <a:sym typeface="Noto Sans Black"/>
              </a:rPr>
              <a:t>Refinement</a:t>
            </a:r>
            <a:r>
              <a:rPr b="0" i="0" lang="en-US" sz="4400" u="none" cap="none" strike="noStrike">
                <a:solidFill>
                  <a:srgbClr val="746B42"/>
                </a:solidFill>
                <a:latin typeface="Noto Sans Black"/>
                <a:ea typeface="Noto Sans Black"/>
                <a:cs typeface="Noto Sans Black"/>
                <a:sym typeface="Noto Sans Black"/>
              </a:rPr>
              <a:t>,</a:t>
            </a:r>
            <a:endParaRPr/>
          </a:p>
          <a:p>
            <a:pPr indent="0" lvl="0" marL="0" marR="0" rtl="0" algn="l">
              <a:lnSpc>
                <a:spcPct val="107899"/>
              </a:lnSpc>
              <a:spcBef>
                <a:spcPts val="0"/>
              </a:spcBef>
              <a:spcAft>
                <a:spcPts val="0"/>
              </a:spcAft>
              <a:buNone/>
            </a:pPr>
            <a:r>
              <a:rPr b="0" i="0" lang="en-US" sz="4400" u="none" cap="none" strike="noStrike">
                <a:solidFill>
                  <a:srgbClr val="746B42"/>
                </a:solidFill>
                <a:latin typeface="Noto Sans Thin"/>
                <a:ea typeface="Noto Sans Thin"/>
                <a:cs typeface="Noto Sans Thin"/>
                <a:sym typeface="Noto Sans Thin"/>
              </a:rPr>
              <a:t>more </a:t>
            </a:r>
            <a:r>
              <a:rPr lang="en-US" sz="4400">
                <a:solidFill>
                  <a:srgbClr val="746B42"/>
                </a:solidFill>
                <a:latin typeface="Noto Sans Black"/>
                <a:ea typeface="Noto Sans Black"/>
                <a:cs typeface="Noto Sans Black"/>
                <a:sym typeface="Noto Sans Black"/>
              </a:rPr>
              <a:t>Sales</a:t>
            </a:r>
            <a:endParaRPr/>
          </a:p>
        </p:txBody>
      </p:sp>
      <p:sp>
        <p:nvSpPr>
          <p:cNvPr id="124" name="Google Shape;124;p15"/>
          <p:cNvSpPr txBox="1"/>
          <p:nvPr/>
        </p:nvSpPr>
        <p:spPr>
          <a:xfrm>
            <a:off x="8356600" y="6530400"/>
            <a:ext cx="6108600" cy="22353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r>
              <a:rPr lang="en-US" sz="1600">
                <a:solidFill>
                  <a:srgbClr val="403C29"/>
                </a:solidFill>
                <a:latin typeface="Noto Sans"/>
                <a:ea typeface="Noto Sans"/>
                <a:cs typeface="Noto Sans"/>
                <a:sym typeface="Noto Sans"/>
              </a:rPr>
              <a:t>Provide actionable insights based on past productions, current sales, and upcoming trends.</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r>
              <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Maximizing</a:t>
            </a:r>
            <a:r>
              <a:rPr lang="en-US" sz="1600">
                <a:solidFill>
                  <a:srgbClr val="403C29"/>
                </a:solidFill>
                <a:latin typeface="Noto Sans"/>
                <a:ea typeface="Noto Sans"/>
                <a:cs typeface="Noto Sans"/>
                <a:sym typeface="Noto Sans"/>
              </a:rPr>
              <a:t> Profits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Focusing Efforts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Building Relationships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Marketing efforts</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br>
              <a:rPr b="0" i="0" lang="en-US" sz="1600" u="none" cap="none" strike="noStrike">
                <a:solidFill>
                  <a:srgbClr val="403C29"/>
                </a:solidFill>
                <a:latin typeface="Noto Sans"/>
                <a:ea typeface="Noto Sans"/>
                <a:cs typeface="Noto Sans"/>
                <a:sym typeface="Noto Sans"/>
              </a:rPr>
            </a:br>
            <a:br>
              <a:rPr b="0" i="0" lang="en-US" sz="1600" u="none" cap="none" strike="noStrike">
                <a:solidFill>
                  <a:srgbClr val="403C29"/>
                </a:solidFill>
                <a:latin typeface="Noto Sans"/>
                <a:ea typeface="Noto Sans"/>
                <a:cs typeface="Noto Sans"/>
                <a:sym typeface="Noto Sans"/>
              </a:rPr>
            </a:br>
            <a:endParaRPr/>
          </a:p>
          <a:p>
            <a:pPr indent="0" lvl="0" marL="0" marR="0" rtl="0" algn="l">
              <a:lnSpc>
                <a:spcPct val="132800"/>
              </a:lnSpc>
              <a:spcBef>
                <a:spcPts val="0"/>
              </a:spcBef>
              <a:spcAft>
                <a:spcPts val="0"/>
              </a:spcAft>
              <a:buNone/>
            </a:pPr>
            <a:r>
              <a:t/>
            </a:r>
            <a:endParaRPr/>
          </a:p>
        </p:txBody>
      </p:sp>
      <p:sp>
        <p:nvSpPr>
          <p:cNvPr id="125" name="Google Shape;125;p15"/>
          <p:cNvSpPr txBox="1"/>
          <p:nvPr/>
        </p:nvSpPr>
        <p:spPr>
          <a:xfrm>
            <a:off x="1244600" y="2260600"/>
            <a:ext cx="5800800" cy="622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sz="1600">
                <a:solidFill>
                  <a:srgbClr val="403C29"/>
                </a:solidFill>
                <a:latin typeface="Noto Sans"/>
                <a:ea typeface="Noto Sans"/>
                <a:cs typeface="Noto Sans"/>
                <a:sym typeface="Noto Sans"/>
              </a:rPr>
              <a:t>Timeless Transport Models </a:t>
            </a:r>
            <a:endParaRPr sz="1600">
              <a:solidFill>
                <a:srgbClr val="403C29"/>
              </a:solidFill>
              <a:latin typeface="Noto Sans"/>
              <a:ea typeface="Noto Sans"/>
              <a:cs typeface="Noto Sans"/>
              <a:sym typeface="Noto Sans"/>
            </a:endParaRPr>
          </a:p>
          <a:p>
            <a:pPr indent="0" lvl="0" marL="0" rtl="0" algn="l">
              <a:lnSpc>
                <a:spcPct val="132800"/>
              </a:lnSpc>
              <a:spcBef>
                <a:spcPts val="0"/>
              </a:spcBef>
              <a:spcAft>
                <a:spcPts val="0"/>
              </a:spcAft>
              <a:buClr>
                <a:schemeClr val="dk1"/>
              </a:buClr>
              <a:buFont typeface="Arial"/>
              <a:buNone/>
            </a:pPr>
            <a:r>
              <a:rPr lang="en-US" sz="1600">
                <a:solidFill>
                  <a:srgbClr val="403C29"/>
                </a:solidFill>
                <a:latin typeface="Noto Sans"/>
                <a:ea typeface="Noto Sans"/>
                <a:cs typeface="Noto Sans"/>
                <a:sym typeface="Noto Sans"/>
              </a:rPr>
              <a:t>Serving thousands quality modeled cars, trains, trucks, buses, ships and planes since 2003.</a:t>
            </a:r>
            <a:endParaRPr/>
          </a:p>
        </p:txBody>
      </p:sp>
      <p:pic>
        <p:nvPicPr>
          <p:cNvPr id="126" name="Google Shape;126;p15"/>
          <p:cNvPicPr preferRelativeResize="0"/>
          <p:nvPr/>
        </p:nvPicPr>
        <p:blipFill rotWithShape="1">
          <a:blip r:embed="rId5">
            <a:alphaModFix amt="90000"/>
          </a:blip>
          <a:srcRect b="0" l="0" r="9959" t="0"/>
          <a:stretch/>
        </p:blipFill>
        <p:spPr>
          <a:xfrm>
            <a:off x="635751" y="3568713"/>
            <a:ext cx="7238250" cy="5359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30" name="Shape 130"/>
        <p:cNvGrpSpPr/>
        <p:nvPr/>
      </p:nvGrpSpPr>
      <p:grpSpPr>
        <a:xfrm>
          <a:off x="0" y="0"/>
          <a:ext cx="0" cy="0"/>
          <a:chOff x="0" y="0"/>
          <a:chExt cx="0" cy="0"/>
        </a:xfrm>
      </p:grpSpPr>
      <p:pic>
        <p:nvPicPr>
          <p:cNvPr id="131" name="Google Shape;131;p16"/>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32" name="Google Shape;132;p16"/>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33" name="Google Shape;133;p16"/>
          <p:cNvSpPr txBox="1"/>
          <p:nvPr/>
        </p:nvSpPr>
        <p:spPr>
          <a:xfrm>
            <a:off x="1206500" y="965200"/>
            <a:ext cx="70739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EDA</a:t>
            </a:r>
            <a:endParaRPr/>
          </a:p>
        </p:txBody>
      </p:sp>
      <p:sp>
        <p:nvSpPr>
          <p:cNvPr id="134" name="Google Shape;134;p16"/>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2</a:t>
            </a:r>
            <a:endParaRPr/>
          </a:p>
        </p:txBody>
      </p:sp>
      <p:sp>
        <p:nvSpPr>
          <p:cNvPr id="135" name="Google Shape;135;p16"/>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136" name="Google Shape;136;p16"/>
          <p:cNvPicPr preferRelativeResize="0"/>
          <p:nvPr/>
        </p:nvPicPr>
        <p:blipFill>
          <a:blip r:embed="rId4">
            <a:alphaModFix/>
          </a:blip>
          <a:stretch>
            <a:fillRect/>
          </a:stretch>
        </p:blipFill>
        <p:spPr>
          <a:xfrm>
            <a:off x="508400" y="2401049"/>
            <a:ext cx="7566576" cy="5404699"/>
          </a:xfrm>
          <a:prstGeom prst="rect">
            <a:avLst/>
          </a:prstGeom>
          <a:noFill/>
          <a:ln>
            <a:noFill/>
          </a:ln>
        </p:spPr>
      </p:pic>
      <p:pic>
        <p:nvPicPr>
          <p:cNvPr id="137" name="Google Shape;137;p16"/>
          <p:cNvPicPr preferRelativeResize="0"/>
          <p:nvPr/>
        </p:nvPicPr>
        <p:blipFill>
          <a:blip r:embed="rId5">
            <a:alphaModFix/>
          </a:blip>
          <a:stretch>
            <a:fillRect/>
          </a:stretch>
        </p:blipFill>
        <p:spPr>
          <a:xfrm>
            <a:off x="8937625" y="2476025"/>
            <a:ext cx="7784351" cy="556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41" name="Shape 141"/>
        <p:cNvGrpSpPr/>
        <p:nvPr/>
      </p:nvGrpSpPr>
      <p:grpSpPr>
        <a:xfrm>
          <a:off x="0" y="0"/>
          <a:ext cx="0" cy="0"/>
          <a:chOff x="0" y="0"/>
          <a:chExt cx="0" cy="0"/>
        </a:xfrm>
      </p:grpSpPr>
      <p:pic>
        <p:nvPicPr>
          <p:cNvPr id="142" name="Google Shape;142;p17"/>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43" name="Google Shape;143;p17"/>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44" name="Google Shape;144;p17"/>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EDA</a:t>
            </a:r>
            <a:endParaRPr/>
          </a:p>
        </p:txBody>
      </p:sp>
      <p:sp>
        <p:nvSpPr>
          <p:cNvPr id="145" name="Google Shape;145;p17"/>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146" name="Google Shape;146;p17"/>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147" name="Google Shape;147;p17"/>
          <p:cNvPicPr preferRelativeResize="0"/>
          <p:nvPr/>
        </p:nvPicPr>
        <p:blipFill>
          <a:blip r:embed="rId4">
            <a:alphaModFix/>
          </a:blip>
          <a:stretch>
            <a:fillRect/>
          </a:stretch>
        </p:blipFill>
        <p:spPr>
          <a:xfrm>
            <a:off x="681125" y="1842000"/>
            <a:ext cx="10259061" cy="7327901"/>
          </a:xfrm>
          <a:prstGeom prst="rect">
            <a:avLst/>
          </a:prstGeom>
          <a:noFill/>
          <a:ln>
            <a:noFill/>
          </a:ln>
        </p:spPr>
      </p:pic>
      <p:pic>
        <p:nvPicPr>
          <p:cNvPr id="148" name="Google Shape;148;p17"/>
          <p:cNvPicPr preferRelativeResize="0"/>
          <p:nvPr/>
        </p:nvPicPr>
        <p:blipFill>
          <a:blip r:embed="rId5">
            <a:alphaModFix/>
          </a:blip>
          <a:stretch>
            <a:fillRect/>
          </a:stretch>
        </p:blipFill>
        <p:spPr>
          <a:xfrm>
            <a:off x="11244986" y="3167475"/>
            <a:ext cx="6547713" cy="46769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52" name="Shape 152"/>
        <p:cNvGrpSpPr/>
        <p:nvPr/>
      </p:nvGrpSpPr>
      <p:grpSpPr>
        <a:xfrm>
          <a:off x="0" y="0"/>
          <a:ext cx="0" cy="0"/>
          <a:chOff x="0" y="0"/>
          <a:chExt cx="0" cy="0"/>
        </a:xfrm>
      </p:grpSpPr>
      <p:pic>
        <p:nvPicPr>
          <p:cNvPr id="153" name="Google Shape;153;p18"/>
          <p:cNvPicPr preferRelativeResize="0"/>
          <p:nvPr/>
        </p:nvPicPr>
        <p:blipFill rotWithShape="1">
          <a:blip r:embed="rId3">
            <a:alphaModFix/>
          </a:blip>
          <a:srcRect b="0" l="0" r="0" t="0"/>
          <a:stretch/>
        </p:blipFill>
        <p:spPr>
          <a:xfrm>
            <a:off x="13347700" y="7663375"/>
            <a:ext cx="4940300" cy="2654300"/>
          </a:xfrm>
          <a:prstGeom prst="rect">
            <a:avLst/>
          </a:prstGeom>
          <a:noFill/>
          <a:ln>
            <a:noFill/>
          </a:ln>
        </p:spPr>
      </p:pic>
      <p:pic>
        <p:nvPicPr>
          <p:cNvPr id="154" name="Google Shape;154;p18"/>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155" name="Google Shape;155;p18"/>
          <p:cNvSpPr txBox="1"/>
          <p:nvPr/>
        </p:nvSpPr>
        <p:spPr>
          <a:xfrm>
            <a:off x="1206500" y="965200"/>
            <a:ext cx="99315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Seasonality and Trends</a:t>
            </a:r>
            <a:endParaRPr/>
          </a:p>
        </p:txBody>
      </p:sp>
      <p:sp>
        <p:nvSpPr>
          <p:cNvPr id="156" name="Google Shape;156;p18"/>
          <p:cNvSpPr txBox="1"/>
          <p:nvPr/>
        </p:nvSpPr>
        <p:spPr>
          <a:xfrm>
            <a:off x="17450850" y="1059275"/>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4</a:t>
            </a:r>
            <a:endParaRPr/>
          </a:p>
        </p:txBody>
      </p:sp>
      <p:sp>
        <p:nvSpPr>
          <p:cNvPr id="157" name="Google Shape;157;p18"/>
          <p:cNvSpPr txBox="1"/>
          <p:nvPr/>
        </p:nvSpPr>
        <p:spPr>
          <a:xfrm>
            <a:off x="11075900" y="-350425"/>
            <a:ext cx="2870100" cy="241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403C29"/>
                </a:solidFill>
                <a:latin typeface="Noto Sans"/>
                <a:ea typeface="Noto Sans"/>
                <a:cs typeface="Noto Sans"/>
                <a:sym typeface="Noto Sans"/>
              </a:rPr>
              <a:t>Automation systems</a:t>
            </a:r>
            <a:endParaRPr/>
          </a:p>
        </p:txBody>
      </p:sp>
      <p:sp>
        <p:nvSpPr>
          <p:cNvPr id="158" name="Google Shape;158;p18"/>
          <p:cNvSpPr txBox="1"/>
          <p:nvPr/>
        </p:nvSpPr>
        <p:spPr>
          <a:xfrm rot="-5400000">
            <a:off x="1529820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Anlaysis - Market Analysis</a:t>
            </a:r>
            <a:endParaRPr/>
          </a:p>
        </p:txBody>
      </p:sp>
      <p:grpSp>
        <p:nvGrpSpPr>
          <p:cNvPr id="159" name="Google Shape;159;p18"/>
          <p:cNvGrpSpPr/>
          <p:nvPr/>
        </p:nvGrpSpPr>
        <p:grpSpPr>
          <a:xfrm>
            <a:off x="298200" y="2811975"/>
            <a:ext cx="2723575" cy="6390325"/>
            <a:chOff x="298200" y="2811975"/>
            <a:chExt cx="2723575" cy="6390325"/>
          </a:xfrm>
        </p:grpSpPr>
        <p:grpSp>
          <p:nvGrpSpPr>
            <p:cNvPr id="160" name="Google Shape;160;p18"/>
            <p:cNvGrpSpPr/>
            <p:nvPr/>
          </p:nvGrpSpPr>
          <p:grpSpPr>
            <a:xfrm>
              <a:off x="298200" y="2811975"/>
              <a:ext cx="2723575" cy="6390325"/>
              <a:chOff x="409511" y="2811975"/>
              <a:chExt cx="2723575" cy="6390325"/>
            </a:xfrm>
          </p:grpSpPr>
          <p:pic>
            <p:nvPicPr>
              <p:cNvPr id="161" name="Google Shape;161;p18"/>
              <p:cNvPicPr preferRelativeResize="0"/>
              <p:nvPr/>
            </p:nvPicPr>
            <p:blipFill rotWithShape="1">
              <a:blip r:embed="rId4">
                <a:alphaModFix/>
              </a:blip>
              <a:srcRect b="0" l="0" r="0" t="0"/>
              <a:stretch/>
            </p:blipFill>
            <p:spPr>
              <a:xfrm>
                <a:off x="409511" y="2811975"/>
                <a:ext cx="2723575" cy="6390325"/>
              </a:xfrm>
              <a:prstGeom prst="rect">
                <a:avLst/>
              </a:prstGeom>
              <a:noFill/>
              <a:ln>
                <a:noFill/>
              </a:ln>
              <a:effectLst>
                <a:outerShdw blurRad="635276" dir="2700000" dist="317256">
                  <a:srgbClr val="000000">
                    <a:alpha val="10200"/>
                  </a:srgbClr>
                </a:outerShdw>
              </a:effectLst>
            </p:spPr>
          </p:pic>
          <p:pic>
            <p:nvPicPr>
              <p:cNvPr id="162" name="Google Shape;162;p18"/>
              <p:cNvPicPr preferRelativeResize="0"/>
              <p:nvPr/>
            </p:nvPicPr>
            <p:blipFill rotWithShape="1">
              <a:blip r:embed="rId5">
                <a:alphaModFix/>
              </a:blip>
              <a:srcRect b="53326" l="3148" r="61674" t="0"/>
              <a:stretch/>
            </p:blipFill>
            <p:spPr>
              <a:xfrm>
                <a:off x="571150" y="3031575"/>
                <a:ext cx="2400300" cy="2274826"/>
              </a:xfrm>
              <a:prstGeom prst="rect">
                <a:avLst/>
              </a:prstGeom>
              <a:noFill/>
              <a:ln>
                <a:noFill/>
              </a:ln>
            </p:spPr>
          </p:pic>
        </p:grpSp>
        <p:pic>
          <p:nvPicPr>
            <p:cNvPr id="163" name="Google Shape;163;p18"/>
            <p:cNvPicPr preferRelativeResize="0"/>
            <p:nvPr/>
          </p:nvPicPr>
          <p:blipFill rotWithShape="1">
            <a:blip r:embed="rId5">
              <a:alphaModFix/>
            </a:blip>
            <a:srcRect b="4721" l="36033" r="33050" t="88999"/>
            <a:stretch/>
          </p:blipFill>
          <p:spPr>
            <a:xfrm>
              <a:off x="679521" y="5185819"/>
              <a:ext cx="2109576" cy="306101"/>
            </a:xfrm>
            <a:prstGeom prst="rect">
              <a:avLst/>
            </a:prstGeom>
            <a:noFill/>
            <a:ln>
              <a:noFill/>
            </a:ln>
          </p:spPr>
        </p:pic>
      </p:grpSp>
      <p:grpSp>
        <p:nvGrpSpPr>
          <p:cNvPr id="164" name="Google Shape;164;p18"/>
          <p:cNvGrpSpPr/>
          <p:nvPr/>
        </p:nvGrpSpPr>
        <p:grpSpPr>
          <a:xfrm>
            <a:off x="3301850" y="2811974"/>
            <a:ext cx="2723575" cy="6390325"/>
            <a:chOff x="3301850" y="2811974"/>
            <a:chExt cx="2723575" cy="6390325"/>
          </a:xfrm>
        </p:grpSpPr>
        <p:grpSp>
          <p:nvGrpSpPr>
            <p:cNvPr id="165" name="Google Shape;165;p18"/>
            <p:cNvGrpSpPr/>
            <p:nvPr/>
          </p:nvGrpSpPr>
          <p:grpSpPr>
            <a:xfrm>
              <a:off x="3301850" y="2811974"/>
              <a:ext cx="2723575" cy="6390325"/>
              <a:chOff x="3787761" y="2834499"/>
              <a:chExt cx="2723575" cy="6390325"/>
            </a:xfrm>
          </p:grpSpPr>
          <p:pic>
            <p:nvPicPr>
              <p:cNvPr id="166" name="Google Shape;166;p18"/>
              <p:cNvPicPr preferRelativeResize="0"/>
              <p:nvPr/>
            </p:nvPicPr>
            <p:blipFill rotWithShape="1">
              <a:blip r:embed="rId4">
                <a:alphaModFix/>
              </a:blip>
              <a:srcRect b="0" l="0" r="0" t="0"/>
              <a:stretch/>
            </p:blipFill>
            <p:spPr>
              <a:xfrm>
                <a:off x="3787761" y="2834499"/>
                <a:ext cx="2723575" cy="6390325"/>
              </a:xfrm>
              <a:prstGeom prst="rect">
                <a:avLst/>
              </a:prstGeom>
              <a:noFill/>
              <a:ln>
                <a:noFill/>
              </a:ln>
              <a:effectLst>
                <a:outerShdw blurRad="635276" dir="2700000" dist="317256">
                  <a:srgbClr val="000000">
                    <a:alpha val="10200"/>
                  </a:srgbClr>
                </a:outerShdw>
              </a:effectLst>
            </p:spPr>
          </p:pic>
          <p:pic>
            <p:nvPicPr>
              <p:cNvPr id="167" name="Google Shape;167;p18"/>
              <p:cNvPicPr preferRelativeResize="0"/>
              <p:nvPr/>
            </p:nvPicPr>
            <p:blipFill rotWithShape="1">
              <a:blip r:embed="rId5">
                <a:alphaModFix/>
              </a:blip>
              <a:srcRect b="54663" l="37802" r="31281" t="0"/>
              <a:stretch/>
            </p:blipFill>
            <p:spPr>
              <a:xfrm>
                <a:off x="4258650" y="2961601"/>
                <a:ext cx="2109576" cy="2209651"/>
              </a:xfrm>
              <a:prstGeom prst="rect">
                <a:avLst/>
              </a:prstGeom>
              <a:noFill/>
              <a:ln>
                <a:noFill/>
              </a:ln>
            </p:spPr>
          </p:pic>
          <p:pic>
            <p:nvPicPr>
              <p:cNvPr id="168" name="Google Shape;168;p18"/>
              <p:cNvPicPr preferRelativeResize="0"/>
              <p:nvPr/>
            </p:nvPicPr>
            <p:blipFill rotWithShape="1">
              <a:blip r:embed="rId5">
                <a:alphaModFix/>
              </a:blip>
              <a:srcRect b="50241" l="3148" r="92612" t="0"/>
              <a:stretch/>
            </p:blipFill>
            <p:spPr>
              <a:xfrm>
                <a:off x="4028960" y="2948086"/>
                <a:ext cx="289276" cy="2425200"/>
              </a:xfrm>
              <a:prstGeom prst="rect">
                <a:avLst/>
              </a:prstGeom>
              <a:noFill/>
              <a:ln>
                <a:noFill/>
              </a:ln>
            </p:spPr>
          </p:pic>
        </p:grpSp>
        <p:pic>
          <p:nvPicPr>
            <p:cNvPr id="169" name="Google Shape;169;p18"/>
            <p:cNvPicPr preferRelativeResize="0"/>
            <p:nvPr/>
          </p:nvPicPr>
          <p:blipFill rotWithShape="1">
            <a:blip r:embed="rId5">
              <a:alphaModFix/>
            </a:blip>
            <a:srcRect b="4721" l="36033" r="33050" t="88999"/>
            <a:stretch/>
          </p:blipFill>
          <p:spPr>
            <a:xfrm>
              <a:off x="3716725" y="5111619"/>
              <a:ext cx="2109576" cy="306101"/>
            </a:xfrm>
            <a:prstGeom prst="rect">
              <a:avLst/>
            </a:prstGeom>
            <a:noFill/>
            <a:ln>
              <a:noFill/>
            </a:ln>
          </p:spPr>
        </p:pic>
      </p:grpSp>
      <p:grpSp>
        <p:nvGrpSpPr>
          <p:cNvPr id="170" name="Google Shape;170;p18"/>
          <p:cNvGrpSpPr/>
          <p:nvPr/>
        </p:nvGrpSpPr>
        <p:grpSpPr>
          <a:xfrm>
            <a:off x="6305475" y="2811975"/>
            <a:ext cx="2723575" cy="6390325"/>
            <a:chOff x="6305475" y="2811975"/>
            <a:chExt cx="2723575" cy="6390325"/>
          </a:xfrm>
        </p:grpSpPr>
        <p:grpSp>
          <p:nvGrpSpPr>
            <p:cNvPr id="171" name="Google Shape;171;p18"/>
            <p:cNvGrpSpPr/>
            <p:nvPr/>
          </p:nvGrpSpPr>
          <p:grpSpPr>
            <a:xfrm>
              <a:off x="6305475" y="2811975"/>
              <a:ext cx="2723575" cy="6390325"/>
              <a:chOff x="6695099" y="2862875"/>
              <a:chExt cx="2723575" cy="6390325"/>
            </a:xfrm>
          </p:grpSpPr>
          <p:pic>
            <p:nvPicPr>
              <p:cNvPr id="172" name="Google Shape;172;p18"/>
              <p:cNvPicPr preferRelativeResize="0"/>
              <p:nvPr/>
            </p:nvPicPr>
            <p:blipFill rotWithShape="1">
              <a:blip r:embed="rId4">
                <a:alphaModFix/>
              </a:blip>
              <a:srcRect b="0" l="0" r="0" t="0"/>
              <a:stretch/>
            </p:blipFill>
            <p:spPr>
              <a:xfrm>
                <a:off x="6695099" y="2862875"/>
                <a:ext cx="2723575" cy="6390325"/>
              </a:xfrm>
              <a:prstGeom prst="rect">
                <a:avLst/>
              </a:prstGeom>
              <a:noFill/>
              <a:ln>
                <a:noFill/>
              </a:ln>
              <a:effectLst>
                <a:outerShdw blurRad="635276" dir="2700000" dist="317256">
                  <a:srgbClr val="000000">
                    <a:alpha val="10200"/>
                  </a:srgbClr>
                </a:outerShdw>
              </a:effectLst>
            </p:spPr>
          </p:pic>
          <p:pic>
            <p:nvPicPr>
              <p:cNvPr id="173" name="Google Shape;173;p18"/>
              <p:cNvPicPr preferRelativeResize="0"/>
              <p:nvPr/>
            </p:nvPicPr>
            <p:blipFill rotWithShape="1">
              <a:blip r:embed="rId5">
                <a:alphaModFix/>
              </a:blip>
              <a:srcRect b="55709" l="69083" r="0" t="0"/>
              <a:stretch/>
            </p:blipFill>
            <p:spPr>
              <a:xfrm>
                <a:off x="7165988" y="2989976"/>
                <a:ext cx="2109600" cy="2158750"/>
              </a:xfrm>
              <a:prstGeom prst="rect">
                <a:avLst/>
              </a:prstGeom>
              <a:noFill/>
              <a:ln>
                <a:noFill/>
              </a:ln>
            </p:spPr>
          </p:pic>
          <p:pic>
            <p:nvPicPr>
              <p:cNvPr id="174" name="Google Shape;174;p18"/>
              <p:cNvPicPr preferRelativeResize="0"/>
              <p:nvPr/>
            </p:nvPicPr>
            <p:blipFill rotWithShape="1">
              <a:blip r:embed="rId5">
                <a:alphaModFix/>
              </a:blip>
              <a:srcRect b="50241" l="3148" r="92612" t="0"/>
              <a:stretch/>
            </p:blipFill>
            <p:spPr>
              <a:xfrm>
                <a:off x="6936310" y="2976461"/>
                <a:ext cx="289276" cy="2425200"/>
              </a:xfrm>
              <a:prstGeom prst="rect">
                <a:avLst/>
              </a:prstGeom>
              <a:noFill/>
              <a:ln>
                <a:noFill/>
              </a:ln>
            </p:spPr>
          </p:pic>
        </p:grpSp>
        <p:pic>
          <p:nvPicPr>
            <p:cNvPr id="175" name="Google Shape;175;p18"/>
            <p:cNvPicPr preferRelativeResize="0"/>
            <p:nvPr/>
          </p:nvPicPr>
          <p:blipFill rotWithShape="1">
            <a:blip r:embed="rId5">
              <a:alphaModFix/>
            </a:blip>
            <a:srcRect b="4721" l="36033" r="33050" t="88047"/>
            <a:stretch/>
          </p:blipFill>
          <p:spPr>
            <a:xfrm>
              <a:off x="6716825" y="5111610"/>
              <a:ext cx="2109576" cy="352476"/>
            </a:xfrm>
            <a:prstGeom prst="rect">
              <a:avLst/>
            </a:prstGeom>
            <a:noFill/>
            <a:ln>
              <a:noFill/>
            </a:ln>
          </p:spPr>
        </p:pic>
      </p:grpSp>
      <p:grpSp>
        <p:nvGrpSpPr>
          <p:cNvPr id="176" name="Google Shape;176;p18"/>
          <p:cNvGrpSpPr/>
          <p:nvPr/>
        </p:nvGrpSpPr>
        <p:grpSpPr>
          <a:xfrm>
            <a:off x="9309150" y="2811975"/>
            <a:ext cx="2723575" cy="6390325"/>
            <a:chOff x="9309150" y="2811975"/>
            <a:chExt cx="2723575" cy="6390325"/>
          </a:xfrm>
        </p:grpSpPr>
        <p:grpSp>
          <p:nvGrpSpPr>
            <p:cNvPr id="177" name="Google Shape;177;p18"/>
            <p:cNvGrpSpPr/>
            <p:nvPr/>
          </p:nvGrpSpPr>
          <p:grpSpPr>
            <a:xfrm>
              <a:off x="9309150" y="2811975"/>
              <a:ext cx="2723575" cy="6390325"/>
              <a:chOff x="9420461" y="2811975"/>
              <a:chExt cx="2723575" cy="6390325"/>
            </a:xfrm>
          </p:grpSpPr>
          <p:pic>
            <p:nvPicPr>
              <p:cNvPr id="178" name="Google Shape;178;p18"/>
              <p:cNvPicPr preferRelativeResize="0"/>
              <p:nvPr/>
            </p:nvPicPr>
            <p:blipFill rotWithShape="1">
              <a:blip r:embed="rId4">
                <a:alphaModFix/>
              </a:blip>
              <a:srcRect b="0" l="0" r="0" t="0"/>
              <a:stretch/>
            </p:blipFill>
            <p:spPr>
              <a:xfrm>
                <a:off x="9420461" y="2811975"/>
                <a:ext cx="2723575" cy="6390325"/>
              </a:xfrm>
              <a:prstGeom prst="rect">
                <a:avLst/>
              </a:prstGeom>
              <a:noFill/>
              <a:ln>
                <a:noFill/>
              </a:ln>
              <a:effectLst>
                <a:outerShdw blurRad="635276" dir="2700000" dist="317256">
                  <a:srgbClr val="000000">
                    <a:alpha val="10200"/>
                  </a:srgbClr>
                </a:outerShdw>
              </a:effectLst>
            </p:spPr>
          </p:pic>
          <p:pic>
            <p:nvPicPr>
              <p:cNvPr id="179" name="Google Shape;179;p18"/>
              <p:cNvPicPr preferRelativeResize="0"/>
              <p:nvPr/>
            </p:nvPicPr>
            <p:blipFill rotWithShape="1">
              <a:blip r:embed="rId5">
                <a:alphaModFix/>
              </a:blip>
              <a:srcRect b="10713" l="6802" r="62282" t="43950"/>
              <a:stretch/>
            </p:blipFill>
            <p:spPr>
              <a:xfrm>
                <a:off x="9891350" y="2939076"/>
                <a:ext cx="2109576" cy="2209651"/>
              </a:xfrm>
              <a:prstGeom prst="rect">
                <a:avLst/>
              </a:prstGeom>
              <a:noFill/>
              <a:ln>
                <a:noFill/>
              </a:ln>
            </p:spPr>
          </p:pic>
          <p:pic>
            <p:nvPicPr>
              <p:cNvPr id="180" name="Google Shape;180;p18"/>
              <p:cNvPicPr preferRelativeResize="0"/>
              <p:nvPr/>
            </p:nvPicPr>
            <p:blipFill rotWithShape="1">
              <a:blip r:embed="rId5">
                <a:alphaModFix/>
              </a:blip>
              <a:srcRect b="50241" l="3148" r="92612" t="0"/>
              <a:stretch/>
            </p:blipFill>
            <p:spPr>
              <a:xfrm>
                <a:off x="9661660" y="2925561"/>
                <a:ext cx="289276" cy="2425200"/>
              </a:xfrm>
              <a:prstGeom prst="rect">
                <a:avLst/>
              </a:prstGeom>
              <a:noFill/>
              <a:ln>
                <a:noFill/>
              </a:ln>
            </p:spPr>
          </p:pic>
        </p:grpSp>
        <p:pic>
          <p:nvPicPr>
            <p:cNvPr id="181" name="Google Shape;181;p18"/>
            <p:cNvPicPr preferRelativeResize="0"/>
            <p:nvPr/>
          </p:nvPicPr>
          <p:blipFill rotWithShape="1">
            <a:blip r:embed="rId5">
              <a:alphaModFix/>
            </a:blip>
            <a:srcRect b="4721" l="36033" r="33050" t="88999"/>
            <a:stretch/>
          </p:blipFill>
          <p:spPr>
            <a:xfrm>
              <a:off x="9684600" y="5167272"/>
              <a:ext cx="2109576" cy="306101"/>
            </a:xfrm>
            <a:prstGeom prst="rect">
              <a:avLst/>
            </a:prstGeom>
            <a:noFill/>
            <a:ln>
              <a:noFill/>
            </a:ln>
          </p:spPr>
        </p:pic>
      </p:grpSp>
      <p:grpSp>
        <p:nvGrpSpPr>
          <p:cNvPr id="182" name="Google Shape;182;p18"/>
          <p:cNvGrpSpPr/>
          <p:nvPr/>
        </p:nvGrpSpPr>
        <p:grpSpPr>
          <a:xfrm>
            <a:off x="12312800" y="2862875"/>
            <a:ext cx="2723575" cy="6390325"/>
            <a:chOff x="12312800" y="2862875"/>
            <a:chExt cx="2723575" cy="6390325"/>
          </a:xfrm>
        </p:grpSpPr>
        <p:grpSp>
          <p:nvGrpSpPr>
            <p:cNvPr id="183" name="Google Shape;183;p18"/>
            <p:cNvGrpSpPr/>
            <p:nvPr/>
          </p:nvGrpSpPr>
          <p:grpSpPr>
            <a:xfrm>
              <a:off x="12312800" y="2862875"/>
              <a:ext cx="2723575" cy="6390325"/>
              <a:chOff x="12424111" y="2862875"/>
              <a:chExt cx="2723575" cy="6390325"/>
            </a:xfrm>
          </p:grpSpPr>
          <p:pic>
            <p:nvPicPr>
              <p:cNvPr id="184" name="Google Shape;184;p18"/>
              <p:cNvPicPr preferRelativeResize="0"/>
              <p:nvPr/>
            </p:nvPicPr>
            <p:blipFill rotWithShape="1">
              <a:blip r:embed="rId4">
                <a:alphaModFix/>
              </a:blip>
              <a:srcRect b="0" l="0" r="0" t="0"/>
              <a:stretch/>
            </p:blipFill>
            <p:spPr>
              <a:xfrm>
                <a:off x="12424111" y="2862875"/>
                <a:ext cx="2723575" cy="6390325"/>
              </a:xfrm>
              <a:prstGeom prst="rect">
                <a:avLst/>
              </a:prstGeom>
              <a:noFill/>
              <a:ln>
                <a:noFill/>
              </a:ln>
              <a:effectLst>
                <a:outerShdw blurRad="635276" dir="2700000" dist="317256">
                  <a:srgbClr val="000000">
                    <a:alpha val="10200"/>
                  </a:srgbClr>
                </a:outerShdw>
              </a:effectLst>
            </p:spPr>
          </p:pic>
          <p:pic>
            <p:nvPicPr>
              <p:cNvPr id="185" name="Google Shape;185;p18"/>
              <p:cNvPicPr preferRelativeResize="0"/>
              <p:nvPr/>
            </p:nvPicPr>
            <p:blipFill rotWithShape="1">
              <a:blip r:embed="rId5">
                <a:alphaModFix/>
              </a:blip>
              <a:srcRect b="11294" l="36850" r="32234" t="44415"/>
              <a:stretch/>
            </p:blipFill>
            <p:spPr>
              <a:xfrm>
                <a:off x="12895000" y="2989976"/>
                <a:ext cx="2109576" cy="2158750"/>
              </a:xfrm>
              <a:prstGeom prst="rect">
                <a:avLst/>
              </a:prstGeom>
              <a:noFill/>
              <a:ln>
                <a:noFill/>
              </a:ln>
            </p:spPr>
          </p:pic>
          <p:pic>
            <p:nvPicPr>
              <p:cNvPr id="186" name="Google Shape;186;p18"/>
              <p:cNvPicPr preferRelativeResize="0"/>
              <p:nvPr/>
            </p:nvPicPr>
            <p:blipFill rotWithShape="1">
              <a:blip r:embed="rId5">
                <a:alphaModFix/>
              </a:blip>
              <a:srcRect b="50241" l="3148" r="92612" t="0"/>
              <a:stretch/>
            </p:blipFill>
            <p:spPr>
              <a:xfrm>
                <a:off x="12665310" y="2976461"/>
                <a:ext cx="289276" cy="2425200"/>
              </a:xfrm>
              <a:prstGeom prst="rect">
                <a:avLst/>
              </a:prstGeom>
              <a:noFill/>
              <a:ln>
                <a:noFill/>
              </a:ln>
            </p:spPr>
          </p:pic>
        </p:grpSp>
        <p:pic>
          <p:nvPicPr>
            <p:cNvPr id="187" name="Google Shape;187;p18"/>
            <p:cNvPicPr preferRelativeResize="0"/>
            <p:nvPr/>
          </p:nvPicPr>
          <p:blipFill rotWithShape="1">
            <a:blip r:embed="rId5">
              <a:alphaModFix/>
            </a:blip>
            <a:srcRect b="4721" l="36033" r="33050" t="88999"/>
            <a:stretch/>
          </p:blipFill>
          <p:spPr>
            <a:xfrm>
              <a:off x="12754121" y="5134782"/>
              <a:ext cx="2109576" cy="306101"/>
            </a:xfrm>
            <a:prstGeom prst="rect">
              <a:avLst/>
            </a:prstGeom>
            <a:noFill/>
            <a:ln>
              <a:noFill/>
            </a:ln>
          </p:spPr>
        </p:pic>
      </p:grpSp>
      <p:grpSp>
        <p:nvGrpSpPr>
          <p:cNvPr id="188" name="Google Shape;188;p18"/>
          <p:cNvGrpSpPr/>
          <p:nvPr/>
        </p:nvGrpSpPr>
        <p:grpSpPr>
          <a:xfrm>
            <a:off x="15253375" y="2811975"/>
            <a:ext cx="2723575" cy="6441226"/>
            <a:chOff x="15253375" y="2811975"/>
            <a:chExt cx="2723575" cy="6441226"/>
          </a:xfrm>
        </p:grpSpPr>
        <p:pic>
          <p:nvPicPr>
            <p:cNvPr id="189" name="Google Shape;189;p18"/>
            <p:cNvPicPr preferRelativeResize="0"/>
            <p:nvPr/>
          </p:nvPicPr>
          <p:blipFill rotWithShape="1">
            <a:blip r:embed="rId4">
              <a:alphaModFix/>
            </a:blip>
            <a:srcRect b="0" l="0" r="0" t="0"/>
            <a:stretch/>
          </p:blipFill>
          <p:spPr>
            <a:xfrm>
              <a:off x="15253375" y="2811975"/>
              <a:ext cx="2723575" cy="6441226"/>
            </a:xfrm>
            <a:prstGeom prst="rect">
              <a:avLst/>
            </a:prstGeom>
            <a:noFill/>
            <a:ln>
              <a:noFill/>
            </a:ln>
            <a:effectLst>
              <a:outerShdw blurRad="635276" dir="2700000" dist="317256">
                <a:srgbClr val="000000">
                  <a:alpha val="10200"/>
                </a:srgbClr>
              </a:outerShdw>
            </a:effectLst>
          </p:spPr>
        </p:pic>
        <p:pic>
          <p:nvPicPr>
            <p:cNvPr id="190" name="Google Shape;190;p18"/>
            <p:cNvPicPr preferRelativeResize="0"/>
            <p:nvPr/>
          </p:nvPicPr>
          <p:blipFill rotWithShape="1">
            <a:blip r:embed="rId5">
              <a:alphaModFix/>
            </a:blip>
            <a:srcRect b="10722" l="67992" r="1091" t="45316"/>
            <a:stretch/>
          </p:blipFill>
          <p:spPr>
            <a:xfrm>
              <a:off x="15724275" y="3024525"/>
              <a:ext cx="2109576" cy="2142751"/>
            </a:xfrm>
            <a:prstGeom prst="rect">
              <a:avLst/>
            </a:prstGeom>
            <a:noFill/>
            <a:ln>
              <a:noFill/>
            </a:ln>
          </p:spPr>
        </p:pic>
        <p:pic>
          <p:nvPicPr>
            <p:cNvPr id="191" name="Google Shape;191;p18"/>
            <p:cNvPicPr preferRelativeResize="0"/>
            <p:nvPr/>
          </p:nvPicPr>
          <p:blipFill rotWithShape="1">
            <a:blip r:embed="rId5">
              <a:alphaModFix/>
            </a:blip>
            <a:srcRect b="50241" l="3148" r="92612" t="0"/>
            <a:stretch/>
          </p:blipFill>
          <p:spPr>
            <a:xfrm>
              <a:off x="15494589" y="2925561"/>
              <a:ext cx="289276" cy="2425200"/>
            </a:xfrm>
            <a:prstGeom prst="rect">
              <a:avLst/>
            </a:prstGeom>
            <a:noFill/>
            <a:ln>
              <a:noFill/>
            </a:ln>
          </p:spPr>
        </p:pic>
        <p:pic>
          <p:nvPicPr>
            <p:cNvPr id="192" name="Google Shape;192;p18"/>
            <p:cNvPicPr preferRelativeResize="0"/>
            <p:nvPr/>
          </p:nvPicPr>
          <p:blipFill rotWithShape="1">
            <a:blip r:embed="rId5">
              <a:alphaModFix/>
            </a:blip>
            <a:srcRect b="4721" l="36033" r="33050" t="88999"/>
            <a:stretch/>
          </p:blipFill>
          <p:spPr>
            <a:xfrm>
              <a:off x="15724271" y="5111619"/>
              <a:ext cx="2109576" cy="306101"/>
            </a:xfrm>
            <a:prstGeom prst="rect">
              <a:avLst/>
            </a:prstGeom>
            <a:noFill/>
            <a:ln>
              <a:noFill/>
            </a:ln>
          </p:spPr>
        </p:pic>
      </p:grpSp>
      <p:sp>
        <p:nvSpPr>
          <p:cNvPr id="193" name="Google Shape;193;p18"/>
          <p:cNvSpPr txBox="1"/>
          <p:nvPr/>
        </p:nvSpPr>
        <p:spPr>
          <a:xfrm>
            <a:off x="357413" y="7228025"/>
            <a:ext cx="2560200" cy="3525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Weak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Flat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4" name="Google Shape;194;p18"/>
          <p:cNvSpPr txBox="1"/>
          <p:nvPr/>
        </p:nvSpPr>
        <p:spPr>
          <a:xfrm>
            <a:off x="3331450" y="7228025"/>
            <a:ext cx="2560200" cy="1938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Moderate</a:t>
            </a:r>
            <a:r>
              <a:rPr lang="en-US" sz="1600">
                <a:solidFill>
                  <a:schemeClr val="dk1"/>
                </a:solidFill>
                <a:latin typeface="Century Gothic"/>
                <a:ea typeface="Century Gothic"/>
                <a:cs typeface="Century Gothic"/>
                <a:sym typeface="Century Gothic"/>
              </a:rPr>
              <a:t>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5" name="Google Shape;195;p18"/>
          <p:cNvSpPr txBox="1"/>
          <p:nvPr/>
        </p:nvSpPr>
        <p:spPr>
          <a:xfrm>
            <a:off x="6428025" y="7164325"/>
            <a:ext cx="2560200" cy="1883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Weak </a:t>
            </a:r>
            <a:r>
              <a:rPr lang="en-US" sz="1600">
                <a:solidFill>
                  <a:schemeClr val="dk1"/>
                </a:solidFill>
                <a:latin typeface="Century Gothic"/>
                <a:ea typeface="Century Gothic"/>
                <a:cs typeface="Century Gothic"/>
                <a:sym typeface="Century Gothic"/>
              </a:rPr>
              <a:t>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6" name="Google Shape;196;p18"/>
          <p:cNvSpPr txBox="1"/>
          <p:nvPr/>
        </p:nvSpPr>
        <p:spPr>
          <a:xfrm>
            <a:off x="9390825" y="7164325"/>
            <a:ext cx="2560200" cy="2217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Rough 4 Month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Strong Upward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Low-High Production</a:t>
            </a:r>
            <a:endParaRPr sz="1600">
              <a:solidFill>
                <a:schemeClr val="dk1"/>
              </a:solidFill>
              <a:latin typeface="Century Gothic"/>
              <a:ea typeface="Century Gothic"/>
              <a:cs typeface="Century Gothic"/>
              <a:sym typeface="Century Gothic"/>
            </a:endParaRPr>
          </a:p>
        </p:txBody>
      </p:sp>
      <p:sp>
        <p:nvSpPr>
          <p:cNvPr id="197" name="Google Shape;197;p18"/>
          <p:cNvSpPr txBox="1"/>
          <p:nvPr/>
        </p:nvSpPr>
        <p:spPr>
          <a:xfrm>
            <a:off x="12362950" y="7164325"/>
            <a:ext cx="2560200" cy="1641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 </a:t>
            </a:r>
            <a:r>
              <a:rPr lang="en-US" sz="1600">
                <a:solidFill>
                  <a:schemeClr val="dk1"/>
                </a:solidFill>
                <a:latin typeface="Century Gothic"/>
                <a:ea typeface="Century Gothic"/>
                <a:cs typeface="Century Gothic"/>
                <a:sym typeface="Century Gothic"/>
              </a:rPr>
              <a:t>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8" name="Google Shape;198;p18"/>
          <p:cNvSpPr txBox="1"/>
          <p:nvPr/>
        </p:nvSpPr>
        <p:spPr>
          <a:xfrm>
            <a:off x="15316450" y="7117975"/>
            <a:ext cx="2560200" cy="1975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Moderate</a:t>
            </a:r>
            <a:r>
              <a:rPr lang="en-US" sz="1600">
                <a:solidFill>
                  <a:schemeClr val="dk1"/>
                </a:solidFill>
                <a:latin typeface="Century Gothic"/>
                <a:ea typeface="Century Gothic"/>
                <a:cs typeface="Century Gothic"/>
                <a:sym typeface="Century Gothic"/>
              </a:rPr>
              <a:t>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Low-High Production</a:t>
            </a:r>
            <a:endParaRPr sz="1600">
              <a:solidFill>
                <a:schemeClr val="dk1"/>
              </a:solidFill>
              <a:latin typeface="Century Gothic"/>
              <a:ea typeface="Century Gothic"/>
              <a:cs typeface="Century Gothic"/>
              <a:sym typeface="Century Gothic"/>
            </a:endParaRPr>
          </a:p>
        </p:txBody>
      </p:sp>
      <p:pic>
        <p:nvPicPr>
          <p:cNvPr id="199" name="Google Shape;199;p18"/>
          <p:cNvPicPr preferRelativeResize="0"/>
          <p:nvPr/>
        </p:nvPicPr>
        <p:blipFill rotWithShape="1">
          <a:blip r:embed="rId6">
            <a:alphaModFix/>
          </a:blip>
          <a:srcRect b="4858" l="7450" r="0" t="5832"/>
          <a:stretch/>
        </p:blipFill>
        <p:spPr>
          <a:xfrm>
            <a:off x="498300" y="5566125"/>
            <a:ext cx="2441774" cy="1454900"/>
          </a:xfrm>
          <a:prstGeom prst="rect">
            <a:avLst/>
          </a:prstGeom>
          <a:noFill/>
          <a:ln>
            <a:noFill/>
          </a:ln>
        </p:spPr>
      </p:pic>
      <p:pic>
        <p:nvPicPr>
          <p:cNvPr id="200" name="Google Shape;200;p18"/>
          <p:cNvPicPr preferRelativeResize="0"/>
          <p:nvPr/>
        </p:nvPicPr>
        <p:blipFill rotWithShape="1">
          <a:blip r:embed="rId7">
            <a:alphaModFix/>
          </a:blip>
          <a:srcRect b="5906" l="7236" r="0" t="6978"/>
          <a:stretch/>
        </p:blipFill>
        <p:spPr>
          <a:xfrm>
            <a:off x="3383525" y="5551286"/>
            <a:ext cx="2560200" cy="1484588"/>
          </a:xfrm>
          <a:prstGeom prst="rect">
            <a:avLst/>
          </a:prstGeom>
          <a:noFill/>
          <a:ln>
            <a:noFill/>
          </a:ln>
        </p:spPr>
      </p:pic>
      <p:pic>
        <p:nvPicPr>
          <p:cNvPr id="201" name="Google Shape;201;p18"/>
          <p:cNvPicPr preferRelativeResize="0"/>
          <p:nvPr/>
        </p:nvPicPr>
        <p:blipFill rotWithShape="1">
          <a:blip r:embed="rId8">
            <a:alphaModFix/>
          </a:blip>
          <a:srcRect b="5753" l="7628" r="915" t="8122"/>
          <a:stretch/>
        </p:blipFill>
        <p:spPr>
          <a:xfrm>
            <a:off x="6346337" y="5549318"/>
            <a:ext cx="2560200" cy="1488519"/>
          </a:xfrm>
          <a:prstGeom prst="rect">
            <a:avLst/>
          </a:prstGeom>
          <a:noFill/>
          <a:ln>
            <a:noFill/>
          </a:ln>
        </p:spPr>
      </p:pic>
      <p:pic>
        <p:nvPicPr>
          <p:cNvPr id="202" name="Google Shape;202;p18"/>
          <p:cNvPicPr preferRelativeResize="0"/>
          <p:nvPr/>
        </p:nvPicPr>
        <p:blipFill rotWithShape="1">
          <a:blip r:embed="rId9">
            <a:alphaModFix/>
          </a:blip>
          <a:srcRect b="6083" l="7254" r="1389" t="7755"/>
          <a:stretch/>
        </p:blipFill>
        <p:spPr>
          <a:xfrm>
            <a:off x="9388775" y="5549324"/>
            <a:ext cx="2556055" cy="1488500"/>
          </a:xfrm>
          <a:prstGeom prst="rect">
            <a:avLst/>
          </a:prstGeom>
          <a:noFill/>
          <a:ln>
            <a:noFill/>
          </a:ln>
        </p:spPr>
      </p:pic>
      <p:pic>
        <p:nvPicPr>
          <p:cNvPr id="203" name="Google Shape;203;p18"/>
          <p:cNvPicPr preferRelativeResize="0"/>
          <p:nvPr/>
        </p:nvPicPr>
        <p:blipFill rotWithShape="1">
          <a:blip r:embed="rId10">
            <a:alphaModFix/>
          </a:blip>
          <a:srcRect b="3979" l="7493" r="680" t="6399"/>
          <a:stretch/>
        </p:blipFill>
        <p:spPr>
          <a:xfrm>
            <a:off x="12400054" y="5522063"/>
            <a:ext cx="2560200" cy="1543011"/>
          </a:xfrm>
          <a:prstGeom prst="rect">
            <a:avLst/>
          </a:prstGeom>
          <a:noFill/>
          <a:ln>
            <a:noFill/>
          </a:ln>
        </p:spPr>
      </p:pic>
      <p:pic>
        <p:nvPicPr>
          <p:cNvPr id="204" name="Google Shape;204;p18"/>
          <p:cNvPicPr preferRelativeResize="0"/>
          <p:nvPr/>
        </p:nvPicPr>
        <p:blipFill rotWithShape="1">
          <a:blip r:embed="rId11">
            <a:alphaModFix/>
          </a:blip>
          <a:srcRect b="5088" l="6971" r="1672" t="7789"/>
          <a:stretch/>
        </p:blipFill>
        <p:spPr>
          <a:xfrm>
            <a:off x="15316450" y="5549325"/>
            <a:ext cx="2560200" cy="15075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208" name="Shape 208"/>
        <p:cNvGrpSpPr/>
        <p:nvPr/>
      </p:nvGrpSpPr>
      <p:grpSpPr>
        <a:xfrm>
          <a:off x="0" y="0"/>
          <a:ext cx="0" cy="0"/>
          <a:chOff x="0" y="0"/>
          <a:chExt cx="0" cy="0"/>
        </a:xfrm>
      </p:grpSpPr>
      <p:pic>
        <p:nvPicPr>
          <p:cNvPr id="209" name="Google Shape;209;p19"/>
          <p:cNvPicPr preferRelativeResize="0"/>
          <p:nvPr/>
        </p:nvPicPr>
        <p:blipFill rotWithShape="1">
          <a:blip r:embed="rId3">
            <a:alphaModFix/>
          </a:blip>
          <a:srcRect b="0" l="0" r="0" t="0"/>
          <a:stretch/>
        </p:blipFill>
        <p:spPr>
          <a:xfrm>
            <a:off x="13347700" y="7663375"/>
            <a:ext cx="4940300" cy="2654300"/>
          </a:xfrm>
          <a:prstGeom prst="rect">
            <a:avLst/>
          </a:prstGeom>
          <a:noFill/>
          <a:ln>
            <a:noFill/>
          </a:ln>
        </p:spPr>
      </p:pic>
      <p:pic>
        <p:nvPicPr>
          <p:cNvPr id="210" name="Google Shape;210;p19"/>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211" name="Google Shape;211;p19"/>
          <p:cNvSpPr txBox="1"/>
          <p:nvPr/>
        </p:nvSpPr>
        <p:spPr>
          <a:xfrm>
            <a:off x="1299262" y="445735"/>
            <a:ext cx="156342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Production </a:t>
            </a:r>
            <a:r>
              <a:rPr lang="en-US" sz="4300">
                <a:solidFill>
                  <a:srgbClr val="403C29"/>
                </a:solidFill>
              </a:rPr>
              <a:t>June 2005 - December 2005</a:t>
            </a:r>
            <a:r>
              <a:rPr lang="en-US" sz="6000">
                <a:solidFill>
                  <a:srgbClr val="403C29"/>
                </a:solidFill>
              </a:rPr>
              <a:t> </a:t>
            </a:r>
            <a:endParaRPr/>
          </a:p>
        </p:txBody>
      </p:sp>
      <p:sp>
        <p:nvSpPr>
          <p:cNvPr id="212" name="Google Shape;212;p19"/>
          <p:cNvSpPr txBox="1"/>
          <p:nvPr/>
        </p:nvSpPr>
        <p:spPr>
          <a:xfrm>
            <a:off x="17450850" y="1059275"/>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5</a:t>
            </a:r>
            <a:endParaRPr/>
          </a:p>
        </p:txBody>
      </p:sp>
      <p:sp>
        <p:nvSpPr>
          <p:cNvPr id="213" name="Google Shape;213;p19"/>
          <p:cNvSpPr txBox="1"/>
          <p:nvPr/>
        </p:nvSpPr>
        <p:spPr>
          <a:xfrm>
            <a:off x="11075900" y="-350425"/>
            <a:ext cx="2870100" cy="241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403C29"/>
                </a:solidFill>
                <a:latin typeface="Noto Sans"/>
                <a:ea typeface="Noto Sans"/>
                <a:cs typeface="Noto Sans"/>
                <a:sym typeface="Noto Sans"/>
              </a:rPr>
              <a:t>Automation systems</a:t>
            </a:r>
            <a:endParaRPr/>
          </a:p>
        </p:txBody>
      </p:sp>
      <p:sp>
        <p:nvSpPr>
          <p:cNvPr id="214" name="Google Shape;214;p19"/>
          <p:cNvSpPr txBox="1"/>
          <p:nvPr/>
        </p:nvSpPr>
        <p:spPr>
          <a:xfrm rot="-5400000">
            <a:off x="1529820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Anlaysis - Market Analysis</a:t>
            </a:r>
            <a:endParaRPr/>
          </a:p>
        </p:txBody>
      </p:sp>
      <p:pic>
        <p:nvPicPr>
          <p:cNvPr id="215" name="Google Shape;215;p19"/>
          <p:cNvPicPr preferRelativeResize="0"/>
          <p:nvPr/>
        </p:nvPicPr>
        <p:blipFill rotWithShape="1">
          <a:blip r:embed="rId4">
            <a:alphaModFix/>
          </a:blip>
          <a:srcRect b="0" l="0" r="0" t="0"/>
          <a:stretch/>
        </p:blipFill>
        <p:spPr>
          <a:xfrm>
            <a:off x="298189" y="2811975"/>
            <a:ext cx="2723575" cy="6484425"/>
          </a:xfrm>
          <a:prstGeom prst="rect">
            <a:avLst/>
          </a:prstGeom>
          <a:noFill/>
          <a:ln>
            <a:noFill/>
          </a:ln>
          <a:effectLst>
            <a:outerShdw blurRad="635276" dir="2700000" dist="317256">
              <a:srgbClr val="000000">
                <a:alpha val="10200"/>
              </a:srgbClr>
            </a:outerShdw>
          </a:effectLst>
        </p:spPr>
      </p:pic>
      <p:pic>
        <p:nvPicPr>
          <p:cNvPr id="216" name="Google Shape;216;p19"/>
          <p:cNvPicPr preferRelativeResize="0"/>
          <p:nvPr/>
        </p:nvPicPr>
        <p:blipFill rotWithShape="1">
          <a:blip r:embed="rId4">
            <a:alphaModFix/>
          </a:blip>
          <a:srcRect b="0" l="0" r="0" t="0"/>
          <a:stretch/>
        </p:blipFill>
        <p:spPr>
          <a:xfrm>
            <a:off x="6305476" y="2811987"/>
            <a:ext cx="2723575" cy="6484425"/>
          </a:xfrm>
          <a:prstGeom prst="rect">
            <a:avLst/>
          </a:prstGeom>
          <a:noFill/>
          <a:ln>
            <a:noFill/>
          </a:ln>
          <a:effectLst>
            <a:outerShdw blurRad="635276" dir="2700000" dist="317256">
              <a:srgbClr val="000000">
                <a:alpha val="10200"/>
              </a:srgbClr>
            </a:outerShdw>
          </a:effectLst>
        </p:spPr>
      </p:pic>
      <p:pic>
        <p:nvPicPr>
          <p:cNvPr id="217" name="Google Shape;217;p19"/>
          <p:cNvPicPr preferRelativeResize="0"/>
          <p:nvPr/>
        </p:nvPicPr>
        <p:blipFill rotWithShape="1">
          <a:blip r:embed="rId4">
            <a:alphaModFix/>
          </a:blip>
          <a:srcRect b="0" l="0" r="0" t="0"/>
          <a:stretch/>
        </p:blipFill>
        <p:spPr>
          <a:xfrm>
            <a:off x="9309139" y="2811987"/>
            <a:ext cx="2723575" cy="6484425"/>
          </a:xfrm>
          <a:prstGeom prst="rect">
            <a:avLst/>
          </a:prstGeom>
          <a:noFill/>
          <a:ln>
            <a:noFill/>
          </a:ln>
          <a:effectLst>
            <a:outerShdw blurRad="635276" dir="2700000" dist="317256">
              <a:srgbClr val="000000">
                <a:alpha val="10200"/>
              </a:srgbClr>
            </a:outerShdw>
          </a:effectLst>
        </p:spPr>
      </p:pic>
      <p:pic>
        <p:nvPicPr>
          <p:cNvPr id="218" name="Google Shape;218;p19"/>
          <p:cNvPicPr preferRelativeResize="0"/>
          <p:nvPr/>
        </p:nvPicPr>
        <p:blipFill rotWithShape="1">
          <a:blip r:embed="rId4">
            <a:alphaModFix/>
          </a:blip>
          <a:srcRect b="0" l="0" r="0" t="0"/>
          <a:stretch/>
        </p:blipFill>
        <p:spPr>
          <a:xfrm>
            <a:off x="3301839" y="2811987"/>
            <a:ext cx="2723575" cy="6484425"/>
          </a:xfrm>
          <a:prstGeom prst="rect">
            <a:avLst/>
          </a:prstGeom>
          <a:noFill/>
          <a:ln>
            <a:noFill/>
          </a:ln>
          <a:effectLst>
            <a:outerShdw blurRad="635276" dir="2700000" dist="317256">
              <a:srgbClr val="000000">
                <a:alpha val="10200"/>
              </a:srgbClr>
            </a:outerShdw>
          </a:effectLst>
        </p:spPr>
      </p:pic>
      <p:pic>
        <p:nvPicPr>
          <p:cNvPr id="219" name="Google Shape;219;p19"/>
          <p:cNvPicPr preferRelativeResize="0"/>
          <p:nvPr/>
        </p:nvPicPr>
        <p:blipFill rotWithShape="1">
          <a:blip r:embed="rId4">
            <a:alphaModFix/>
          </a:blip>
          <a:srcRect b="0" l="0" r="0" t="0"/>
          <a:stretch/>
        </p:blipFill>
        <p:spPr>
          <a:xfrm>
            <a:off x="12312789" y="2862887"/>
            <a:ext cx="2723575" cy="6484425"/>
          </a:xfrm>
          <a:prstGeom prst="rect">
            <a:avLst/>
          </a:prstGeom>
          <a:noFill/>
          <a:ln>
            <a:noFill/>
          </a:ln>
          <a:effectLst>
            <a:outerShdw blurRad="635276" dir="2700000" dist="317256">
              <a:srgbClr val="000000">
                <a:alpha val="10200"/>
              </a:srgbClr>
            </a:outerShdw>
          </a:effectLst>
        </p:spPr>
      </p:pic>
      <p:pic>
        <p:nvPicPr>
          <p:cNvPr id="220" name="Google Shape;220;p19"/>
          <p:cNvPicPr preferRelativeResize="0"/>
          <p:nvPr/>
        </p:nvPicPr>
        <p:blipFill rotWithShape="1">
          <a:blip r:embed="rId4">
            <a:alphaModFix/>
          </a:blip>
          <a:srcRect b="0" l="0" r="0" t="0"/>
          <a:stretch/>
        </p:blipFill>
        <p:spPr>
          <a:xfrm>
            <a:off x="15253379" y="2811987"/>
            <a:ext cx="2723575" cy="6484425"/>
          </a:xfrm>
          <a:prstGeom prst="rect">
            <a:avLst/>
          </a:prstGeom>
          <a:noFill/>
          <a:ln>
            <a:noFill/>
          </a:ln>
          <a:effectLst>
            <a:outerShdw blurRad="635276" dir="2700000" dist="317256">
              <a:srgbClr val="000000">
                <a:alpha val="10200"/>
              </a:srgbClr>
            </a:outerShdw>
          </a:effectLst>
        </p:spPr>
      </p:pic>
      <p:pic>
        <p:nvPicPr>
          <p:cNvPr id="221" name="Google Shape;221;p19"/>
          <p:cNvPicPr preferRelativeResize="0"/>
          <p:nvPr/>
        </p:nvPicPr>
        <p:blipFill rotWithShape="1">
          <a:blip r:embed="rId5">
            <a:alphaModFix/>
          </a:blip>
          <a:srcRect b="0" l="59154" r="0" t="0"/>
          <a:stretch/>
        </p:blipFill>
        <p:spPr>
          <a:xfrm>
            <a:off x="15663475" y="2897943"/>
            <a:ext cx="2276375" cy="3446532"/>
          </a:xfrm>
          <a:prstGeom prst="rect">
            <a:avLst/>
          </a:prstGeom>
          <a:noFill/>
          <a:ln>
            <a:noFill/>
          </a:ln>
        </p:spPr>
      </p:pic>
      <p:pic>
        <p:nvPicPr>
          <p:cNvPr id="222" name="Google Shape;222;p19"/>
          <p:cNvPicPr preferRelativeResize="0"/>
          <p:nvPr/>
        </p:nvPicPr>
        <p:blipFill rotWithShape="1">
          <a:blip r:embed="rId6">
            <a:alphaModFix/>
          </a:blip>
          <a:srcRect b="0" l="3863" r="90625" t="7467"/>
          <a:stretch/>
        </p:blipFill>
        <p:spPr>
          <a:xfrm>
            <a:off x="15366650" y="3190663"/>
            <a:ext cx="296850" cy="3082381"/>
          </a:xfrm>
          <a:prstGeom prst="rect">
            <a:avLst/>
          </a:prstGeom>
          <a:noFill/>
          <a:ln>
            <a:noFill/>
          </a:ln>
        </p:spPr>
      </p:pic>
      <p:pic>
        <p:nvPicPr>
          <p:cNvPr id="223" name="Google Shape;223;p19"/>
          <p:cNvPicPr preferRelativeResize="0"/>
          <p:nvPr/>
        </p:nvPicPr>
        <p:blipFill>
          <a:blip r:embed="rId7">
            <a:alphaModFix/>
          </a:blip>
          <a:stretch>
            <a:fillRect/>
          </a:stretch>
        </p:blipFill>
        <p:spPr>
          <a:xfrm>
            <a:off x="15551877" y="3013263"/>
            <a:ext cx="2219325" cy="276225"/>
          </a:xfrm>
          <a:prstGeom prst="rect">
            <a:avLst/>
          </a:prstGeom>
          <a:noFill/>
          <a:ln>
            <a:noFill/>
          </a:ln>
        </p:spPr>
      </p:pic>
      <p:pic>
        <p:nvPicPr>
          <p:cNvPr id="224" name="Google Shape;224;p19"/>
          <p:cNvPicPr preferRelativeResize="0"/>
          <p:nvPr/>
        </p:nvPicPr>
        <p:blipFill rotWithShape="1">
          <a:blip r:embed="rId8">
            <a:alphaModFix/>
          </a:blip>
          <a:srcRect b="0" l="59498" r="0" t="16667"/>
          <a:stretch/>
        </p:blipFill>
        <p:spPr>
          <a:xfrm>
            <a:off x="12693500" y="3441459"/>
            <a:ext cx="2276375" cy="2896516"/>
          </a:xfrm>
          <a:prstGeom prst="rect">
            <a:avLst/>
          </a:prstGeom>
          <a:noFill/>
          <a:ln>
            <a:noFill/>
          </a:ln>
        </p:spPr>
      </p:pic>
      <p:pic>
        <p:nvPicPr>
          <p:cNvPr id="225" name="Google Shape;225;p19"/>
          <p:cNvPicPr preferRelativeResize="0"/>
          <p:nvPr/>
        </p:nvPicPr>
        <p:blipFill rotWithShape="1">
          <a:blip r:embed="rId9">
            <a:alphaModFix/>
          </a:blip>
          <a:srcRect b="2560" l="2804" r="92132" t="12406"/>
          <a:stretch/>
        </p:blipFill>
        <p:spPr>
          <a:xfrm>
            <a:off x="12349929" y="3227779"/>
            <a:ext cx="296850" cy="3082375"/>
          </a:xfrm>
          <a:prstGeom prst="rect">
            <a:avLst/>
          </a:prstGeom>
          <a:noFill/>
          <a:ln>
            <a:noFill/>
          </a:ln>
        </p:spPr>
      </p:pic>
      <p:pic>
        <p:nvPicPr>
          <p:cNvPr id="226" name="Google Shape;226;p19"/>
          <p:cNvPicPr preferRelativeResize="0"/>
          <p:nvPr/>
        </p:nvPicPr>
        <p:blipFill>
          <a:blip r:embed="rId10">
            <a:alphaModFix/>
          </a:blip>
          <a:stretch>
            <a:fillRect/>
          </a:stretch>
        </p:blipFill>
        <p:spPr>
          <a:xfrm>
            <a:off x="12504300" y="2918025"/>
            <a:ext cx="2390775" cy="371475"/>
          </a:xfrm>
          <a:prstGeom prst="rect">
            <a:avLst/>
          </a:prstGeom>
          <a:noFill/>
          <a:ln>
            <a:noFill/>
          </a:ln>
        </p:spPr>
      </p:pic>
      <p:pic>
        <p:nvPicPr>
          <p:cNvPr id="227" name="Google Shape;227;p19"/>
          <p:cNvPicPr preferRelativeResize="0"/>
          <p:nvPr/>
        </p:nvPicPr>
        <p:blipFill rotWithShape="1">
          <a:blip r:embed="rId11">
            <a:alphaModFix/>
          </a:blip>
          <a:srcRect b="0" l="64181" r="0" t="5776"/>
          <a:stretch/>
        </p:blipFill>
        <p:spPr>
          <a:xfrm>
            <a:off x="9935305" y="3108025"/>
            <a:ext cx="1971424" cy="3207125"/>
          </a:xfrm>
          <a:prstGeom prst="rect">
            <a:avLst/>
          </a:prstGeom>
          <a:noFill/>
          <a:ln>
            <a:noFill/>
          </a:ln>
        </p:spPr>
      </p:pic>
      <p:pic>
        <p:nvPicPr>
          <p:cNvPr id="228" name="Google Shape;228;p19"/>
          <p:cNvPicPr preferRelativeResize="0"/>
          <p:nvPr/>
        </p:nvPicPr>
        <p:blipFill>
          <a:blip r:embed="rId12">
            <a:alphaModFix/>
          </a:blip>
          <a:stretch>
            <a:fillRect/>
          </a:stretch>
        </p:blipFill>
        <p:spPr>
          <a:xfrm>
            <a:off x="9870775" y="2956125"/>
            <a:ext cx="1457325" cy="295275"/>
          </a:xfrm>
          <a:prstGeom prst="rect">
            <a:avLst/>
          </a:prstGeom>
          <a:noFill/>
          <a:ln>
            <a:noFill/>
          </a:ln>
        </p:spPr>
      </p:pic>
      <p:pic>
        <p:nvPicPr>
          <p:cNvPr id="229" name="Google Shape;229;p19"/>
          <p:cNvPicPr preferRelativeResize="0"/>
          <p:nvPr/>
        </p:nvPicPr>
        <p:blipFill rotWithShape="1">
          <a:blip r:embed="rId13">
            <a:alphaModFix/>
          </a:blip>
          <a:srcRect b="0" l="0" r="0" t="0"/>
          <a:stretch/>
        </p:blipFill>
        <p:spPr>
          <a:xfrm>
            <a:off x="494436" y="6451942"/>
            <a:ext cx="2219325" cy="424858"/>
          </a:xfrm>
          <a:prstGeom prst="rect">
            <a:avLst/>
          </a:prstGeom>
          <a:noFill/>
          <a:ln>
            <a:noFill/>
          </a:ln>
          <a:effectLst>
            <a:outerShdw blurRad="34641" dir="2700000" dist="74084">
              <a:srgbClr val="000000">
                <a:alpha val="10200"/>
              </a:srgbClr>
            </a:outerShdw>
          </a:effectLst>
        </p:spPr>
      </p:pic>
      <p:pic>
        <p:nvPicPr>
          <p:cNvPr id="230" name="Google Shape;230;p19"/>
          <p:cNvPicPr preferRelativeResize="0"/>
          <p:nvPr/>
        </p:nvPicPr>
        <p:blipFill rotWithShape="1">
          <a:blip r:embed="rId14">
            <a:alphaModFix/>
          </a:blip>
          <a:srcRect b="1530" l="3374" r="91232" t="7915"/>
          <a:stretch/>
        </p:blipFill>
        <p:spPr>
          <a:xfrm>
            <a:off x="9679725" y="3190375"/>
            <a:ext cx="296850" cy="3082375"/>
          </a:xfrm>
          <a:prstGeom prst="rect">
            <a:avLst/>
          </a:prstGeom>
          <a:noFill/>
          <a:ln>
            <a:noFill/>
          </a:ln>
        </p:spPr>
      </p:pic>
      <p:pic>
        <p:nvPicPr>
          <p:cNvPr id="231" name="Google Shape;231;p19"/>
          <p:cNvPicPr preferRelativeResize="0"/>
          <p:nvPr/>
        </p:nvPicPr>
        <p:blipFill rotWithShape="1">
          <a:blip r:embed="rId15">
            <a:alphaModFix/>
          </a:blip>
          <a:srcRect b="0" l="60177" r="0" t="0"/>
          <a:stretch/>
        </p:blipFill>
        <p:spPr>
          <a:xfrm>
            <a:off x="6732583" y="2845700"/>
            <a:ext cx="2219324" cy="3446525"/>
          </a:xfrm>
          <a:prstGeom prst="rect">
            <a:avLst/>
          </a:prstGeom>
          <a:noFill/>
          <a:ln>
            <a:noFill/>
          </a:ln>
        </p:spPr>
      </p:pic>
      <p:pic>
        <p:nvPicPr>
          <p:cNvPr id="232" name="Google Shape;232;p19"/>
          <p:cNvPicPr preferRelativeResize="0"/>
          <p:nvPr/>
        </p:nvPicPr>
        <p:blipFill rotWithShape="1">
          <a:blip r:embed="rId16">
            <a:alphaModFix/>
          </a:blip>
          <a:srcRect b="-2422" l="2827" r="91846" t="7437"/>
          <a:stretch/>
        </p:blipFill>
        <p:spPr>
          <a:xfrm>
            <a:off x="6393351" y="3115310"/>
            <a:ext cx="296850" cy="3273650"/>
          </a:xfrm>
          <a:prstGeom prst="rect">
            <a:avLst/>
          </a:prstGeom>
          <a:noFill/>
          <a:ln>
            <a:noFill/>
          </a:ln>
        </p:spPr>
      </p:pic>
      <p:pic>
        <p:nvPicPr>
          <p:cNvPr id="233" name="Google Shape;233;p19"/>
          <p:cNvPicPr preferRelativeResize="0"/>
          <p:nvPr/>
        </p:nvPicPr>
        <p:blipFill>
          <a:blip r:embed="rId17">
            <a:alphaModFix/>
          </a:blip>
          <a:stretch>
            <a:fillRect/>
          </a:stretch>
        </p:blipFill>
        <p:spPr>
          <a:xfrm>
            <a:off x="6942388" y="2984700"/>
            <a:ext cx="1524000" cy="238125"/>
          </a:xfrm>
          <a:prstGeom prst="rect">
            <a:avLst/>
          </a:prstGeom>
          <a:noFill/>
          <a:ln>
            <a:noFill/>
          </a:ln>
        </p:spPr>
      </p:pic>
      <p:pic>
        <p:nvPicPr>
          <p:cNvPr id="234" name="Google Shape;234;p19"/>
          <p:cNvPicPr preferRelativeResize="0"/>
          <p:nvPr/>
        </p:nvPicPr>
        <p:blipFill rotWithShape="1">
          <a:blip r:embed="rId18">
            <a:alphaModFix/>
          </a:blip>
          <a:srcRect b="0" l="62013" r="0" t="6942"/>
          <a:stretch/>
        </p:blipFill>
        <p:spPr>
          <a:xfrm>
            <a:off x="3696750" y="3146150"/>
            <a:ext cx="2116950" cy="3207125"/>
          </a:xfrm>
          <a:prstGeom prst="rect">
            <a:avLst/>
          </a:prstGeom>
          <a:noFill/>
          <a:ln>
            <a:noFill/>
          </a:ln>
        </p:spPr>
      </p:pic>
      <p:pic>
        <p:nvPicPr>
          <p:cNvPr id="235" name="Google Shape;235;p19"/>
          <p:cNvPicPr preferRelativeResize="0"/>
          <p:nvPr/>
        </p:nvPicPr>
        <p:blipFill rotWithShape="1">
          <a:blip r:embed="rId19">
            <a:alphaModFix/>
          </a:blip>
          <a:srcRect b="0" l="2876" r="91797" t="6942"/>
          <a:stretch/>
        </p:blipFill>
        <p:spPr>
          <a:xfrm>
            <a:off x="3391986" y="3113025"/>
            <a:ext cx="296850" cy="3207125"/>
          </a:xfrm>
          <a:prstGeom prst="rect">
            <a:avLst/>
          </a:prstGeom>
          <a:noFill/>
          <a:ln>
            <a:noFill/>
          </a:ln>
        </p:spPr>
      </p:pic>
      <p:pic>
        <p:nvPicPr>
          <p:cNvPr id="236" name="Google Shape;236;p19"/>
          <p:cNvPicPr preferRelativeResize="0"/>
          <p:nvPr/>
        </p:nvPicPr>
        <p:blipFill>
          <a:blip r:embed="rId20">
            <a:alphaModFix/>
          </a:blip>
          <a:stretch>
            <a:fillRect/>
          </a:stretch>
        </p:blipFill>
        <p:spPr>
          <a:xfrm>
            <a:off x="3739688" y="2965638"/>
            <a:ext cx="1847850" cy="276225"/>
          </a:xfrm>
          <a:prstGeom prst="rect">
            <a:avLst/>
          </a:prstGeom>
          <a:noFill/>
          <a:ln>
            <a:noFill/>
          </a:ln>
        </p:spPr>
      </p:pic>
      <p:pic>
        <p:nvPicPr>
          <p:cNvPr id="237" name="Google Shape;237;p19"/>
          <p:cNvPicPr preferRelativeResize="0"/>
          <p:nvPr/>
        </p:nvPicPr>
        <p:blipFill rotWithShape="1">
          <a:blip r:embed="rId21">
            <a:alphaModFix/>
          </a:blip>
          <a:srcRect b="0" l="60177" r="0" t="0"/>
          <a:stretch/>
        </p:blipFill>
        <p:spPr>
          <a:xfrm>
            <a:off x="672520" y="2923300"/>
            <a:ext cx="2219324" cy="3446525"/>
          </a:xfrm>
          <a:prstGeom prst="rect">
            <a:avLst/>
          </a:prstGeom>
          <a:noFill/>
          <a:ln>
            <a:noFill/>
          </a:ln>
        </p:spPr>
      </p:pic>
      <p:pic>
        <p:nvPicPr>
          <p:cNvPr id="238" name="Google Shape;238;p19"/>
          <p:cNvPicPr preferRelativeResize="0"/>
          <p:nvPr/>
        </p:nvPicPr>
        <p:blipFill rotWithShape="1">
          <a:blip r:embed="rId22">
            <a:alphaModFix/>
          </a:blip>
          <a:srcRect b="-1359" l="2915" r="91758" t="8301"/>
          <a:stretch/>
        </p:blipFill>
        <p:spPr>
          <a:xfrm>
            <a:off x="444612" y="3203779"/>
            <a:ext cx="296850" cy="3207125"/>
          </a:xfrm>
          <a:prstGeom prst="rect">
            <a:avLst/>
          </a:prstGeom>
          <a:noFill/>
          <a:ln>
            <a:noFill/>
          </a:ln>
        </p:spPr>
      </p:pic>
      <p:pic>
        <p:nvPicPr>
          <p:cNvPr id="239" name="Google Shape;239;p19"/>
          <p:cNvPicPr preferRelativeResize="0"/>
          <p:nvPr/>
        </p:nvPicPr>
        <p:blipFill>
          <a:blip r:embed="rId23">
            <a:alphaModFix/>
          </a:blip>
          <a:stretch>
            <a:fillRect/>
          </a:stretch>
        </p:blipFill>
        <p:spPr>
          <a:xfrm>
            <a:off x="613488" y="2965638"/>
            <a:ext cx="1981200" cy="276225"/>
          </a:xfrm>
          <a:prstGeom prst="rect">
            <a:avLst/>
          </a:prstGeom>
          <a:noFill/>
          <a:ln>
            <a:noFill/>
          </a:ln>
        </p:spPr>
      </p:pic>
      <p:sp>
        <p:nvSpPr>
          <p:cNvPr id="240" name="Google Shape;240;p19"/>
          <p:cNvSpPr txBox="1"/>
          <p:nvPr/>
        </p:nvSpPr>
        <p:spPr>
          <a:xfrm>
            <a:off x="379875" y="6410900"/>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15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20</a:t>
            </a:r>
            <a:endParaRPr sz="1600">
              <a:solidFill>
                <a:schemeClr val="dk1"/>
              </a:solidFill>
              <a:latin typeface="Century Gothic"/>
              <a:ea typeface="Century Gothic"/>
              <a:cs typeface="Century Gothic"/>
              <a:sym typeface="Century Gothic"/>
            </a:endParaRPr>
          </a:p>
        </p:txBody>
      </p:sp>
      <p:pic>
        <p:nvPicPr>
          <p:cNvPr id="241" name="Google Shape;241;p19"/>
          <p:cNvPicPr preferRelativeResize="0"/>
          <p:nvPr/>
        </p:nvPicPr>
        <p:blipFill rotWithShape="1">
          <a:blip r:embed="rId13">
            <a:alphaModFix/>
          </a:blip>
          <a:srcRect b="0" l="0" r="0" t="0"/>
          <a:stretch/>
        </p:blipFill>
        <p:spPr>
          <a:xfrm>
            <a:off x="3515015" y="6442695"/>
            <a:ext cx="2219319" cy="424850"/>
          </a:xfrm>
          <a:prstGeom prst="rect">
            <a:avLst/>
          </a:prstGeom>
          <a:noFill/>
          <a:ln>
            <a:noFill/>
          </a:ln>
          <a:effectLst>
            <a:outerShdw blurRad="34641" dir="2700000" dist="74084">
              <a:srgbClr val="000000">
                <a:alpha val="10200"/>
              </a:srgbClr>
            </a:outerShdw>
          </a:effectLst>
        </p:spPr>
      </p:pic>
      <p:pic>
        <p:nvPicPr>
          <p:cNvPr id="242" name="Google Shape;242;p19"/>
          <p:cNvPicPr preferRelativeResize="0"/>
          <p:nvPr/>
        </p:nvPicPr>
        <p:blipFill rotWithShape="1">
          <a:blip r:embed="rId24">
            <a:alphaModFix/>
          </a:blip>
          <a:srcRect b="0" l="0" r="0" t="0"/>
          <a:stretch/>
        </p:blipFill>
        <p:spPr>
          <a:xfrm>
            <a:off x="6557627" y="6451945"/>
            <a:ext cx="2219319" cy="424850"/>
          </a:xfrm>
          <a:prstGeom prst="rect">
            <a:avLst/>
          </a:prstGeom>
          <a:noFill/>
          <a:ln>
            <a:noFill/>
          </a:ln>
          <a:effectLst>
            <a:outerShdw blurRad="34641" dir="2700000" dist="74084">
              <a:srgbClr val="000000">
                <a:alpha val="10200"/>
              </a:srgbClr>
            </a:outerShdw>
          </a:effectLst>
        </p:spPr>
      </p:pic>
      <p:pic>
        <p:nvPicPr>
          <p:cNvPr id="243" name="Google Shape;243;p19"/>
          <p:cNvPicPr preferRelativeResize="0"/>
          <p:nvPr/>
        </p:nvPicPr>
        <p:blipFill rotWithShape="1">
          <a:blip r:embed="rId13">
            <a:alphaModFix/>
          </a:blip>
          <a:srcRect b="0" l="0" r="0" t="0"/>
          <a:stretch/>
        </p:blipFill>
        <p:spPr>
          <a:xfrm>
            <a:off x="9561265" y="6442695"/>
            <a:ext cx="2219319" cy="424850"/>
          </a:xfrm>
          <a:prstGeom prst="rect">
            <a:avLst/>
          </a:prstGeom>
          <a:noFill/>
          <a:ln>
            <a:noFill/>
          </a:ln>
          <a:effectLst>
            <a:outerShdw blurRad="34641" dir="2700000" dist="74084">
              <a:srgbClr val="000000">
                <a:alpha val="10200"/>
              </a:srgbClr>
            </a:outerShdw>
          </a:effectLst>
        </p:spPr>
      </p:pic>
      <p:pic>
        <p:nvPicPr>
          <p:cNvPr id="244" name="Google Shape;244;p19"/>
          <p:cNvPicPr preferRelativeResize="0"/>
          <p:nvPr/>
        </p:nvPicPr>
        <p:blipFill rotWithShape="1">
          <a:blip r:embed="rId13">
            <a:alphaModFix/>
          </a:blip>
          <a:srcRect b="0" l="0" r="0" t="0"/>
          <a:stretch/>
        </p:blipFill>
        <p:spPr>
          <a:xfrm>
            <a:off x="12533390" y="6442695"/>
            <a:ext cx="2219319" cy="424850"/>
          </a:xfrm>
          <a:prstGeom prst="rect">
            <a:avLst/>
          </a:prstGeom>
          <a:noFill/>
          <a:ln>
            <a:noFill/>
          </a:ln>
          <a:effectLst>
            <a:outerShdw blurRad="34641" dir="2700000" dist="74084">
              <a:srgbClr val="000000">
                <a:alpha val="10200"/>
              </a:srgbClr>
            </a:outerShdw>
          </a:effectLst>
        </p:spPr>
      </p:pic>
      <p:pic>
        <p:nvPicPr>
          <p:cNvPr id="245" name="Google Shape;245;p19"/>
          <p:cNvPicPr preferRelativeResize="0"/>
          <p:nvPr/>
        </p:nvPicPr>
        <p:blipFill rotWithShape="1">
          <a:blip r:embed="rId13">
            <a:alphaModFix/>
          </a:blip>
          <a:srcRect b="0" l="0" r="0" t="0"/>
          <a:stretch/>
        </p:blipFill>
        <p:spPr>
          <a:xfrm>
            <a:off x="15505515" y="6442695"/>
            <a:ext cx="2219319" cy="424850"/>
          </a:xfrm>
          <a:prstGeom prst="rect">
            <a:avLst/>
          </a:prstGeom>
          <a:noFill/>
          <a:ln>
            <a:noFill/>
          </a:ln>
          <a:effectLst>
            <a:outerShdw blurRad="34641" dir="2700000" dist="74084">
              <a:srgbClr val="000000">
                <a:alpha val="10200"/>
              </a:srgbClr>
            </a:outerShdw>
          </a:effectLst>
        </p:spPr>
      </p:pic>
      <p:sp>
        <p:nvSpPr>
          <p:cNvPr id="246" name="Google Shape;246;p19"/>
          <p:cNvSpPr txBox="1"/>
          <p:nvPr/>
        </p:nvSpPr>
        <p:spPr>
          <a:xfrm>
            <a:off x="3347556" y="6461247"/>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15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45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60+</a:t>
            </a:r>
            <a:endParaRPr sz="1600">
              <a:solidFill>
                <a:schemeClr val="dk1"/>
              </a:solidFill>
              <a:latin typeface="Century Gothic"/>
              <a:ea typeface="Century Gothic"/>
              <a:cs typeface="Century Gothic"/>
              <a:sym typeface="Century Gothic"/>
            </a:endParaRPr>
          </a:p>
        </p:txBody>
      </p:sp>
      <p:sp>
        <p:nvSpPr>
          <p:cNvPr id="247" name="Google Shape;247;p19"/>
          <p:cNvSpPr txBox="1"/>
          <p:nvPr/>
        </p:nvSpPr>
        <p:spPr>
          <a:xfrm>
            <a:off x="6439667" y="6446031"/>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30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60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90+</a:t>
            </a:r>
            <a:endParaRPr sz="1600">
              <a:solidFill>
                <a:schemeClr val="dk1"/>
              </a:solidFill>
              <a:latin typeface="Century Gothic"/>
              <a:ea typeface="Century Gothic"/>
              <a:cs typeface="Century Gothic"/>
              <a:sym typeface="Century Gothic"/>
            </a:endParaRPr>
          </a:p>
        </p:txBody>
      </p:sp>
      <p:sp>
        <p:nvSpPr>
          <p:cNvPr id="248" name="Google Shape;248;p19"/>
          <p:cNvSpPr txBox="1"/>
          <p:nvPr/>
        </p:nvSpPr>
        <p:spPr>
          <a:xfrm>
            <a:off x="9437210" y="6448001"/>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100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140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170+</a:t>
            </a:r>
            <a:endParaRPr sz="1600">
              <a:solidFill>
                <a:schemeClr val="dk1"/>
              </a:solidFill>
              <a:latin typeface="Century Gothic"/>
              <a:ea typeface="Century Gothic"/>
              <a:cs typeface="Century Gothic"/>
              <a:sym typeface="Century Gothic"/>
            </a:endParaRPr>
          </a:p>
        </p:txBody>
      </p:sp>
      <p:sp>
        <p:nvSpPr>
          <p:cNvPr id="249" name="Google Shape;249;p19"/>
          <p:cNvSpPr txBox="1"/>
          <p:nvPr/>
        </p:nvSpPr>
        <p:spPr>
          <a:xfrm>
            <a:off x="12444344" y="6438725"/>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25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40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N/A</a:t>
            </a:r>
            <a:endParaRPr sz="1600">
              <a:solidFill>
                <a:schemeClr val="dk1"/>
              </a:solidFill>
              <a:latin typeface="Century Gothic"/>
              <a:ea typeface="Century Gothic"/>
              <a:cs typeface="Century Gothic"/>
              <a:sym typeface="Century Gothic"/>
            </a:endParaRPr>
          </a:p>
        </p:txBody>
      </p:sp>
      <p:sp>
        <p:nvSpPr>
          <p:cNvPr id="250" name="Google Shape;250;p19"/>
          <p:cNvSpPr txBox="1"/>
          <p:nvPr/>
        </p:nvSpPr>
        <p:spPr>
          <a:xfrm>
            <a:off x="15416181" y="6466550"/>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35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60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85+</a:t>
            </a:r>
            <a:endParaRPr sz="1600">
              <a:solidFill>
                <a:schemeClr val="dk1"/>
              </a:solidFill>
              <a:latin typeface="Century Gothic"/>
              <a:ea typeface="Century Gothic"/>
              <a:cs typeface="Century Gothic"/>
              <a:sym typeface="Century Gothic"/>
            </a:endParaRPr>
          </a:p>
        </p:txBody>
      </p:sp>
      <p:sp>
        <p:nvSpPr>
          <p:cNvPr id="251" name="Google Shape;251;p19"/>
          <p:cNvSpPr txBox="1"/>
          <p:nvPr/>
        </p:nvSpPr>
        <p:spPr>
          <a:xfrm>
            <a:off x="1618950" y="1614600"/>
            <a:ext cx="11650500" cy="6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274E13"/>
                </a:solidFill>
                <a:latin typeface="Sora"/>
                <a:ea typeface="Sora"/>
                <a:cs typeface="Sora"/>
                <a:sym typeface="Sora"/>
              </a:rPr>
              <a:t>Due to the limited precision of the forecast, production ranges should be used as a </a:t>
            </a:r>
            <a:r>
              <a:rPr b="1" lang="en-US" sz="2500">
                <a:solidFill>
                  <a:srgbClr val="274E13"/>
                </a:solidFill>
                <a:latin typeface="Sora"/>
                <a:ea typeface="Sora"/>
                <a:cs typeface="Sora"/>
                <a:sym typeface="Sora"/>
              </a:rPr>
              <a:t>guidance</a:t>
            </a:r>
            <a:r>
              <a:rPr lang="en-US" sz="2500">
                <a:solidFill>
                  <a:srgbClr val="274E13"/>
                </a:solidFill>
                <a:latin typeface="Sora"/>
                <a:ea typeface="Sora"/>
                <a:cs typeface="Sora"/>
                <a:sym typeface="Sora"/>
              </a:rPr>
              <a:t> as opposed to precise targets.</a:t>
            </a:r>
            <a:endParaRPr sz="2500">
              <a:solidFill>
                <a:srgbClr val="274E13"/>
              </a:solidFill>
              <a:latin typeface="Sora"/>
              <a:ea typeface="Sora"/>
              <a:cs typeface="Sora"/>
              <a:sym typeface="Sora"/>
            </a:endParaRPr>
          </a:p>
        </p:txBody>
      </p:sp>
      <p:pic>
        <p:nvPicPr>
          <p:cNvPr id="252" name="Google Shape;252;p19"/>
          <p:cNvPicPr preferRelativeResize="0"/>
          <p:nvPr/>
        </p:nvPicPr>
        <p:blipFill rotWithShape="1">
          <a:blip r:embed="rId25">
            <a:alphaModFix/>
          </a:blip>
          <a:srcRect b="0" l="0" r="0" t="0"/>
          <a:stretch/>
        </p:blipFill>
        <p:spPr>
          <a:xfrm flipH="1" rot="10800000">
            <a:off x="1648125" y="2406075"/>
            <a:ext cx="11315275" cy="150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256" name="Shape 256"/>
        <p:cNvGrpSpPr/>
        <p:nvPr/>
      </p:nvGrpSpPr>
      <p:grpSpPr>
        <a:xfrm>
          <a:off x="0" y="0"/>
          <a:ext cx="0" cy="0"/>
          <a:chOff x="0" y="0"/>
          <a:chExt cx="0" cy="0"/>
        </a:xfrm>
      </p:grpSpPr>
      <p:pic>
        <p:nvPicPr>
          <p:cNvPr id="257" name="Google Shape;257;p20"/>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258" name="Google Shape;258;p20"/>
          <p:cNvSpPr/>
          <p:nvPr/>
        </p:nvSpPr>
        <p:spPr>
          <a:xfrm>
            <a:off x="12425450" y="2774250"/>
            <a:ext cx="6186900" cy="11223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sp>
        <p:nvSpPr>
          <p:cNvPr id="259" name="Google Shape;259;p20"/>
          <p:cNvSpPr/>
          <p:nvPr/>
        </p:nvSpPr>
        <p:spPr>
          <a:xfrm>
            <a:off x="12425450" y="4058675"/>
            <a:ext cx="6436200" cy="17001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sp>
        <p:nvSpPr>
          <p:cNvPr id="260" name="Google Shape;260;p20"/>
          <p:cNvSpPr/>
          <p:nvPr/>
        </p:nvSpPr>
        <p:spPr>
          <a:xfrm>
            <a:off x="12471825" y="5920900"/>
            <a:ext cx="6242700" cy="22239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pic>
        <p:nvPicPr>
          <p:cNvPr id="261" name="Google Shape;261;p20"/>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262" name="Google Shape;262;p20"/>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Production Costs</a:t>
            </a:r>
            <a:endParaRPr/>
          </a:p>
        </p:txBody>
      </p:sp>
      <p:sp>
        <p:nvSpPr>
          <p:cNvPr id="263" name="Google Shape;263;p20"/>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6</a:t>
            </a:r>
            <a:endParaRPr/>
          </a:p>
        </p:txBody>
      </p:sp>
      <p:sp>
        <p:nvSpPr>
          <p:cNvPr id="264" name="Google Shape;264;p20"/>
          <p:cNvSpPr txBox="1"/>
          <p:nvPr/>
        </p:nvSpPr>
        <p:spPr>
          <a:xfrm rot="-5400000">
            <a:off x="15500350" y="1496625"/>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Production Costs</a:t>
            </a:r>
            <a:endParaRPr/>
          </a:p>
        </p:txBody>
      </p:sp>
      <p:pic>
        <p:nvPicPr>
          <p:cNvPr id="265" name="Google Shape;265;p20"/>
          <p:cNvPicPr preferRelativeResize="0"/>
          <p:nvPr/>
        </p:nvPicPr>
        <p:blipFill rotWithShape="1">
          <a:blip r:embed="rId4">
            <a:alphaModFix/>
          </a:blip>
          <a:srcRect b="0" l="0" r="0" t="0"/>
          <a:stretch/>
        </p:blipFill>
        <p:spPr>
          <a:xfrm>
            <a:off x="2553172" y="7599600"/>
            <a:ext cx="1755775" cy="666600"/>
          </a:xfrm>
          <a:prstGeom prst="rect">
            <a:avLst/>
          </a:prstGeom>
          <a:noFill/>
          <a:ln>
            <a:noFill/>
          </a:ln>
          <a:effectLst>
            <a:outerShdw blurRad="23924" dir="2700000" dist="51165">
              <a:srgbClr val="000000">
                <a:alpha val="10200"/>
              </a:srgbClr>
            </a:outerShdw>
          </a:effectLst>
        </p:spPr>
      </p:pic>
      <p:sp>
        <p:nvSpPr>
          <p:cNvPr id="266" name="Google Shape;266;p20"/>
          <p:cNvSpPr txBox="1"/>
          <p:nvPr/>
        </p:nvSpPr>
        <p:spPr>
          <a:xfrm>
            <a:off x="2345213" y="7757275"/>
            <a:ext cx="21717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888888"/>
                </a:solidFill>
              </a:rPr>
              <a:t>$448.03</a:t>
            </a:r>
            <a:endParaRPr sz="966">
              <a:solidFill>
                <a:srgbClr val="888888"/>
              </a:solidFill>
            </a:endParaRPr>
          </a:p>
        </p:txBody>
      </p:sp>
      <p:pic>
        <p:nvPicPr>
          <p:cNvPr id="267" name="Google Shape;267;p20"/>
          <p:cNvPicPr preferRelativeResize="0"/>
          <p:nvPr/>
        </p:nvPicPr>
        <p:blipFill rotWithShape="1">
          <a:blip r:embed="rId5">
            <a:alphaModFix/>
          </a:blip>
          <a:srcRect b="0" l="0" r="0" t="0"/>
          <a:stretch/>
        </p:blipFill>
        <p:spPr>
          <a:xfrm>
            <a:off x="-1700800" y="9090676"/>
            <a:ext cx="3403176" cy="1280576"/>
          </a:xfrm>
          <a:prstGeom prst="rect">
            <a:avLst/>
          </a:prstGeom>
          <a:noFill/>
          <a:ln>
            <a:noFill/>
          </a:ln>
        </p:spPr>
      </p:pic>
      <p:pic>
        <p:nvPicPr>
          <p:cNvPr id="268" name="Google Shape;268;p20"/>
          <p:cNvPicPr preferRelativeResize="0"/>
          <p:nvPr/>
        </p:nvPicPr>
        <p:blipFill rotWithShape="1">
          <a:blip r:embed="rId6">
            <a:alphaModFix amt="10000"/>
          </a:blip>
          <a:srcRect b="0" l="0" r="0" t="0"/>
          <a:stretch/>
        </p:blipFill>
        <p:spPr>
          <a:xfrm>
            <a:off x="-1665716" y="9099447"/>
            <a:ext cx="3324235" cy="1254263"/>
          </a:xfrm>
          <a:prstGeom prst="rect">
            <a:avLst/>
          </a:prstGeom>
          <a:noFill/>
          <a:ln>
            <a:noFill/>
          </a:ln>
        </p:spPr>
      </p:pic>
      <p:pic>
        <p:nvPicPr>
          <p:cNvPr id="269" name="Google Shape;269;p20"/>
          <p:cNvPicPr preferRelativeResize="0"/>
          <p:nvPr/>
        </p:nvPicPr>
        <p:blipFill rotWithShape="1">
          <a:blip r:embed="rId7">
            <a:alphaModFix/>
          </a:blip>
          <a:srcRect b="0" l="0" r="0" t="0"/>
          <a:stretch/>
        </p:blipFill>
        <p:spPr>
          <a:xfrm>
            <a:off x="-1700800" y="8196025"/>
            <a:ext cx="3403176" cy="1280576"/>
          </a:xfrm>
          <a:prstGeom prst="rect">
            <a:avLst/>
          </a:prstGeom>
          <a:noFill/>
          <a:ln>
            <a:noFill/>
          </a:ln>
        </p:spPr>
      </p:pic>
      <p:pic>
        <p:nvPicPr>
          <p:cNvPr id="270" name="Google Shape;270;p20"/>
          <p:cNvPicPr preferRelativeResize="0"/>
          <p:nvPr/>
        </p:nvPicPr>
        <p:blipFill rotWithShape="1">
          <a:blip r:embed="rId8">
            <a:alphaModFix amt="10000"/>
          </a:blip>
          <a:srcRect b="0" l="0" r="0" t="0"/>
          <a:stretch/>
        </p:blipFill>
        <p:spPr>
          <a:xfrm>
            <a:off x="-1665716" y="8204796"/>
            <a:ext cx="3324235" cy="1254263"/>
          </a:xfrm>
          <a:prstGeom prst="rect">
            <a:avLst/>
          </a:prstGeom>
          <a:noFill/>
          <a:ln>
            <a:noFill/>
          </a:ln>
        </p:spPr>
      </p:pic>
      <p:pic>
        <p:nvPicPr>
          <p:cNvPr id="271" name="Google Shape;271;p20"/>
          <p:cNvPicPr preferRelativeResize="0"/>
          <p:nvPr/>
        </p:nvPicPr>
        <p:blipFill rotWithShape="1">
          <a:blip r:embed="rId9">
            <a:alphaModFix/>
          </a:blip>
          <a:srcRect b="0" l="0" r="0" t="0"/>
          <a:stretch/>
        </p:blipFill>
        <p:spPr>
          <a:xfrm>
            <a:off x="-1700800" y="7301375"/>
            <a:ext cx="3403176" cy="1280576"/>
          </a:xfrm>
          <a:prstGeom prst="rect">
            <a:avLst/>
          </a:prstGeom>
          <a:noFill/>
          <a:ln>
            <a:noFill/>
          </a:ln>
        </p:spPr>
      </p:pic>
      <p:pic>
        <p:nvPicPr>
          <p:cNvPr id="272" name="Google Shape;272;p20"/>
          <p:cNvPicPr preferRelativeResize="0"/>
          <p:nvPr/>
        </p:nvPicPr>
        <p:blipFill rotWithShape="1">
          <a:blip r:embed="rId10">
            <a:alphaModFix/>
          </a:blip>
          <a:srcRect b="0" l="0" r="0" t="0"/>
          <a:stretch/>
        </p:blipFill>
        <p:spPr>
          <a:xfrm>
            <a:off x="1869025" y="7889038"/>
            <a:ext cx="543806" cy="70169"/>
          </a:xfrm>
          <a:prstGeom prst="rect">
            <a:avLst/>
          </a:prstGeom>
          <a:noFill/>
          <a:ln>
            <a:noFill/>
          </a:ln>
        </p:spPr>
      </p:pic>
      <p:pic>
        <p:nvPicPr>
          <p:cNvPr id="273" name="Google Shape;273;p20"/>
          <p:cNvPicPr preferRelativeResize="0"/>
          <p:nvPr/>
        </p:nvPicPr>
        <p:blipFill rotWithShape="1">
          <a:blip r:embed="rId10">
            <a:alphaModFix/>
          </a:blip>
          <a:srcRect b="0" l="0" r="0" t="0"/>
          <a:stretch/>
        </p:blipFill>
        <p:spPr>
          <a:xfrm>
            <a:off x="1869025" y="8783688"/>
            <a:ext cx="543806" cy="70169"/>
          </a:xfrm>
          <a:prstGeom prst="rect">
            <a:avLst/>
          </a:prstGeom>
          <a:noFill/>
          <a:ln>
            <a:noFill/>
          </a:ln>
        </p:spPr>
      </p:pic>
      <p:pic>
        <p:nvPicPr>
          <p:cNvPr id="274" name="Google Shape;274;p20"/>
          <p:cNvPicPr preferRelativeResize="0"/>
          <p:nvPr/>
        </p:nvPicPr>
        <p:blipFill rotWithShape="1">
          <a:blip r:embed="rId10">
            <a:alphaModFix/>
          </a:blip>
          <a:srcRect b="0" l="0" r="0" t="0"/>
          <a:stretch/>
        </p:blipFill>
        <p:spPr>
          <a:xfrm>
            <a:off x="1860254" y="9687109"/>
            <a:ext cx="543806" cy="70169"/>
          </a:xfrm>
          <a:prstGeom prst="rect">
            <a:avLst/>
          </a:prstGeom>
          <a:noFill/>
          <a:ln>
            <a:noFill/>
          </a:ln>
        </p:spPr>
      </p:pic>
      <p:pic>
        <p:nvPicPr>
          <p:cNvPr id="275" name="Google Shape;275;p20"/>
          <p:cNvPicPr preferRelativeResize="0"/>
          <p:nvPr/>
        </p:nvPicPr>
        <p:blipFill rotWithShape="1">
          <a:blip r:embed="rId4">
            <a:alphaModFix/>
          </a:blip>
          <a:srcRect b="0" l="0" r="0" t="0"/>
          <a:stretch/>
        </p:blipFill>
        <p:spPr>
          <a:xfrm>
            <a:off x="2553172" y="8485475"/>
            <a:ext cx="1755775" cy="666600"/>
          </a:xfrm>
          <a:prstGeom prst="rect">
            <a:avLst/>
          </a:prstGeom>
          <a:noFill/>
          <a:ln>
            <a:noFill/>
          </a:ln>
          <a:effectLst>
            <a:outerShdw blurRad="23924" dir="2700000" dist="51165">
              <a:srgbClr val="000000">
                <a:alpha val="10200"/>
              </a:srgbClr>
            </a:outerShdw>
          </a:effectLst>
        </p:spPr>
      </p:pic>
      <p:pic>
        <p:nvPicPr>
          <p:cNvPr id="276" name="Google Shape;276;p20"/>
          <p:cNvPicPr preferRelativeResize="0"/>
          <p:nvPr/>
        </p:nvPicPr>
        <p:blipFill rotWithShape="1">
          <a:blip r:embed="rId4">
            <a:alphaModFix/>
          </a:blip>
          <a:srcRect b="0" l="0" r="0" t="0"/>
          <a:stretch/>
        </p:blipFill>
        <p:spPr>
          <a:xfrm>
            <a:off x="2553172" y="9380125"/>
            <a:ext cx="1755775" cy="666600"/>
          </a:xfrm>
          <a:prstGeom prst="rect">
            <a:avLst/>
          </a:prstGeom>
          <a:noFill/>
          <a:ln>
            <a:noFill/>
          </a:ln>
          <a:effectLst>
            <a:outerShdw blurRad="23924" dir="2700000" dist="51165">
              <a:srgbClr val="000000">
                <a:alpha val="10200"/>
              </a:srgbClr>
            </a:outerShdw>
          </a:effectLst>
        </p:spPr>
      </p:pic>
      <p:sp>
        <p:nvSpPr>
          <p:cNvPr id="277" name="Google Shape;277;p20"/>
          <p:cNvSpPr txBox="1"/>
          <p:nvPr/>
        </p:nvSpPr>
        <p:spPr>
          <a:xfrm>
            <a:off x="1664210" y="8682714"/>
            <a:ext cx="35259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AAA17D"/>
                </a:solidFill>
              </a:rPr>
              <a:t>$256.69</a:t>
            </a:r>
            <a:endParaRPr sz="966"/>
          </a:p>
        </p:txBody>
      </p:sp>
      <p:sp>
        <p:nvSpPr>
          <p:cNvPr id="278" name="Google Shape;278;p20"/>
          <p:cNvSpPr txBox="1"/>
          <p:nvPr/>
        </p:nvSpPr>
        <p:spPr>
          <a:xfrm>
            <a:off x="2610336" y="9573075"/>
            <a:ext cx="1624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DBC04D"/>
                </a:solidFill>
              </a:rPr>
              <a:t>$546.77</a:t>
            </a:r>
            <a:endParaRPr sz="966"/>
          </a:p>
        </p:txBody>
      </p:sp>
      <p:sp>
        <p:nvSpPr>
          <p:cNvPr id="279" name="Google Shape;279;p20"/>
          <p:cNvSpPr txBox="1"/>
          <p:nvPr/>
        </p:nvSpPr>
        <p:spPr>
          <a:xfrm>
            <a:off x="-1095670" y="7701311"/>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0</a:t>
            </a:r>
            <a:endParaRPr sz="966">
              <a:solidFill>
                <a:srgbClr val="2D3B45"/>
              </a:solidFill>
              <a:latin typeface="Century Gothic"/>
              <a:ea typeface="Century Gothic"/>
              <a:cs typeface="Century Gothic"/>
              <a:sym typeface="Century Gothic"/>
            </a:endParaRPr>
          </a:p>
        </p:txBody>
      </p:sp>
      <p:sp>
        <p:nvSpPr>
          <p:cNvPr id="280" name="Google Shape;280;p20"/>
          <p:cNvSpPr txBox="1"/>
          <p:nvPr/>
        </p:nvSpPr>
        <p:spPr>
          <a:xfrm>
            <a:off x="-1048079" y="8628854"/>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1</a:t>
            </a:r>
            <a:endParaRPr sz="966">
              <a:solidFill>
                <a:srgbClr val="2D3B45"/>
              </a:solidFill>
              <a:latin typeface="Century Gothic"/>
              <a:ea typeface="Century Gothic"/>
              <a:cs typeface="Century Gothic"/>
              <a:sym typeface="Century Gothic"/>
            </a:endParaRPr>
          </a:p>
        </p:txBody>
      </p:sp>
      <p:sp>
        <p:nvSpPr>
          <p:cNvPr id="281" name="Google Shape;281;p20"/>
          <p:cNvSpPr txBox="1"/>
          <p:nvPr/>
        </p:nvSpPr>
        <p:spPr>
          <a:xfrm>
            <a:off x="-1046585" y="9536000"/>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2</a:t>
            </a:r>
            <a:endParaRPr sz="966">
              <a:solidFill>
                <a:srgbClr val="2D3B45"/>
              </a:solidFill>
              <a:latin typeface="Century Gothic"/>
              <a:ea typeface="Century Gothic"/>
              <a:cs typeface="Century Gothic"/>
              <a:sym typeface="Century Gothic"/>
            </a:endParaRPr>
          </a:p>
        </p:txBody>
      </p:sp>
      <p:grpSp>
        <p:nvGrpSpPr>
          <p:cNvPr id="282" name="Google Shape;282;p20"/>
          <p:cNvGrpSpPr/>
          <p:nvPr/>
        </p:nvGrpSpPr>
        <p:grpSpPr>
          <a:xfrm>
            <a:off x="2216425" y="2347400"/>
            <a:ext cx="2018400" cy="575100"/>
            <a:chOff x="326825" y="2347375"/>
            <a:chExt cx="2018400" cy="575100"/>
          </a:xfrm>
        </p:grpSpPr>
        <p:sp>
          <p:nvSpPr>
            <p:cNvPr id="283" name="Google Shape;283;p20"/>
            <p:cNvSpPr/>
            <p:nvPr/>
          </p:nvSpPr>
          <p:spPr>
            <a:xfrm>
              <a:off x="326825" y="2347375"/>
              <a:ext cx="2018400" cy="575100"/>
            </a:xfrm>
            <a:prstGeom prst="roundRect">
              <a:avLst>
                <a:gd fmla="val 16667" name="adj"/>
              </a:avLst>
            </a:prstGeom>
            <a:solidFill>
              <a:srgbClr val="93987C"/>
            </a:solidFill>
            <a:ln>
              <a:noFill/>
            </a:ln>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$91.04</a:t>
              </a:r>
              <a:endParaRPr>
                <a:latin typeface="Sora"/>
                <a:ea typeface="Sora"/>
                <a:cs typeface="Sora"/>
                <a:sym typeface="Sora"/>
              </a:endParaRPr>
            </a:p>
          </p:txBody>
        </p:sp>
        <p:pic>
          <p:nvPicPr>
            <p:cNvPr id="284" name="Google Shape;284;p20"/>
            <p:cNvPicPr preferRelativeResize="0"/>
            <p:nvPr/>
          </p:nvPicPr>
          <p:blipFill>
            <a:blip r:embed="rId11">
              <a:alphaModFix/>
            </a:blip>
            <a:stretch>
              <a:fillRect/>
            </a:stretch>
          </p:blipFill>
          <p:spPr>
            <a:xfrm>
              <a:off x="454575" y="2388125"/>
              <a:ext cx="506200" cy="506200"/>
            </a:xfrm>
            <a:prstGeom prst="rect">
              <a:avLst/>
            </a:prstGeom>
            <a:noFill/>
            <a:ln>
              <a:noFill/>
            </a:ln>
          </p:spPr>
        </p:pic>
      </p:grpSp>
      <p:grpSp>
        <p:nvGrpSpPr>
          <p:cNvPr id="285" name="Google Shape;285;p20"/>
          <p:cNvGrpSpPr/>
          <p:nvPr/>
        </p:nvGrpSpPr>
        <p:grpSpPr>
          <a:xfrm>
            <a:off x="2290552" y="5565538"/>
            <a:ext cx="2018400" cy="575100"/>
            <a:chOff x="1096727" y="5174213"/>
            <a:chExt cx="2018400" cy="575100"/>
          </a:xfrm>
        </p:grpSpPr>
        <p:sp>
          <p:nvSpPr>
            <p:cNvPr id="286" name="Google Shape;286;p20"/>
            <p:cNvSpPr/>
            <p:nvPr/>
          </p:nvSpPr>
          <p:spPr>
            <a:xfrm>
              <a:off x="1096727" y="5174213"/>
              <a:ext cx="2018400" cy="575100"/>
            </a:xfrm>
            <a:prstGeom prst="roundRect">
              <a:avLst>
                <a:gd fmla="val 16667" name="adj"/>
              </a:avLst>
            </a:prstGeom>
            <a:solidFill>
              <a:srgbClr val="26465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$66.67</a:t>
              </a:r>
              <a:endParaRPr>
                <a:latin typeface="Calibri"/>
                <a:ea typeface="Calibri"/>
                <a:cs typeface="Calibri"/>
                <a:sym typeface="Calibri"/>
              </a:endParaRPr>
            </a:p>
          </p:txBody>
        </p:sp>
        <p:pic>
          <p:nvPicPr>
            <p:cNvPr id="287" name="Google Shape;287;p20"/>
            <p:cNvPicPr preferRelativeResize="0"/>
            <p:nvPr/>
          </p:nvPicPr>
          <p:blipFill>
            <a:blip r:embed="rId12">
              <a:alphaModFix/>
            </a:blip>
            <a:stretch>
              <a:fillRect/>
            </a:stretch>
          </p:blipFill>
          <p:spPr>
            <a:xfrm>
              <a:off x="1233753" y="5194600"/>
              <a:ext cx="506200" cy="506200"/>
            </a:xfrm>
            <a:prstGeom prst="rect">
              <a:avLst/>
            </a:prstGeom>
            <a:noFill/>
            <a:ln>
              <a:noFill/>
            </a:ln>
          </p:spPr>
        </p:pic>
      </p:grpSp>
      <p:grpSp>
        <p:nvGrpSpPr>
          <p:cNvPr id="288" name="Google Shape;288;p20"/>
          <p:cNvGrpSpPr/>
          <p:nvPr/>
        </p:nvGrpSpPr>
        <p:grpSpPr>
          <a:xfrm>
            <a:off x="2216424" y="3094888"/>
            <a:ext cx="2018400" cy="575100"/>
            <a:chOff x="567999" y="3047050"/>
            <a:chExt cx="2018400" cy="575100"/>
          </a:xfrm>
        </p:grpSpPr>
        <p:sp>
          <p:nvSpPr>
            <p:cNvPr id="289" name="Google Shape;289;p20"/>
            <p:cNvSpPr/>
            <p:nvPr/>
          </p:nvSpPr>
          <p:spPr>
            <a:xfrm>
              <a:off x="567999" y="3047050"/>
              <a:ext cx="2018400" cy="575100"/>
            </a:xfrm>
            <a:prstGeom prst="roundRect">
              <a:avLst>
                <a:gd fmla="val 16667" name="adj"/>
              </a:avLst>
            </a:prstGeom>
            <a:solidFill>
              <a:srgbClr val="99000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$83.73</a:t>
              </a:r>
              <a:endParaRPr>
                <a:latin typeface="Calibri"/>
                <a:ea typeface="Calibri"/>
                <a:cs typeface="Calibri"/>
                <a:sym typeface="Calibri"/>
              </a:endParaRPr>
            </a:p>
          </p:txBody>
        </p:sp>
        <p:pic>
          <p:nvPicPr>
            <p:cNvPr id="290" name="Google Shape;290;p20"/>
            <p:cNvPicPr preferRelativeResize="0"/>
            <p:nvPr/>
          </p:nvPicPr>
          <p:blipFill>
            <a:blip r:embed="rId13">
              <a:alphaModFix/>
            </a:blip>
            <a:stretch>
              <a:fillRect/>
            </a:stretch>
          </p:blipFill>
          <p:spPr>
            <a:xfrm>
              <a:off x="695749" y="3115950"/>
              <a:ext cx="506200" cy="506200"/>
            </a:xfrm>
            <a:prstGeom prst="rect">
              <a:avLst/>
            </a:prstGeom>
            <a:noFill/>
            <a:ln>
              <a:noFill/>
            </a:ln>
          </p:spPr>
        </p:pic>
      </p:grpSp>
      <p:grpSp>
        <p:nvGrpSpPr>
          <p:cNvPr id="291" name="Google Shape;291;p20"/>
          <p:cNvGrpSpPr/>
          <p:nvPr/>
        </p:nvGrpSpPr>
        <p:grpSpPr>
          <a:xfrm>
            <a:off x="2216418" y="3842400"/>
            <a:ext cx="2018400" cy="583713"/>
            <a:chOff x="762793" y="3746725"/>
            <a:chExt cx="2018400" cy="583713"/>
          </a:xfrm>
        </p:grpSpPr>
        <p:sp>
          <p:nvSpPr>
            <p:cNvPr id="292" name="Google Shape;292;p20"/>
            <p:cNvSpPr/>
            <p:nvPr/>
          </p:nvSpPr>
          <p:spPr>
            <a:xfrm>
              <a:off x="762793" y="3746725"/>
              <a:ext cx="2018400" cy="575100"/>
            </a:xfrm>
            <a:prstGeom prst="roundRect">
              <a:avLst>
                <a:gd fmla="val 16667" name="adj"/>
              </a:avLst>
            </a:prstGeom>
            <a:solidFill>
              <a:srgbClr val="EECE9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$83.10</a:t>
              </a:r>
              <a:endParaRPr>
                <a:latin typeface="Calibri"/>
                <a:ea typeface="Calibri"/>
                <a:cs typeface="Calibri"/>
                <a:sym typeface="Calibri"/>
              </a:endParaRPr>
            </a:p>
          </p:txBody>
        </p:sp>
        <p:pic>
          <p:nvPicPr>
            <p:cNvPr id="293" name="Google Shape;293;p20"/>
            <p:cNvPicPr preferRelativeResize="0"/>
            <p:nvPr/>
          </p:nvPicPr>
          <p:blipFill>
            <a:blip r:embed="rId14">
              <a:alphaModFix/>
            </a:blip>
            <a:stretch>
              <a:fillRect/>
            </a:stretch>
          </p:blipFill>
          <p:spPr>
            <a:xfrm>
              <a:off x="870243" y="3786638"/>
              <a:ext cx="543800" cy="543800"/>
            </a:xfrm>
            <a:prstGeom prst="rect">
              <a:avLst/>
            </a:prstGeom>
            <a:noFill/>
            <a:ln>
              <a:noFill/>
            </a:ln>
          </p:spPr>
        </p:pic>
      </p:grpSp>
      <p:grpSp>
        <p:nvGrpSpPr>
          <p:cNvPr id="294" name="Google Shape;294;p20"/>
          <p:cNvGrpSpPr/>
          <p:nvPr/>
        </p:nvGrpSpPr>
        <p:grpSpPr>
          <a:xfrm>
            <a:off x="2216433" y="4646375"/>
            <a:ext cx="2018400" cy="603250"/>
            <a:chOff x="911208" y="4446400"/>
            <a:chExt cx="2018400" cy="603250"/>
          </a:xfrm>
        </p:grpSpPr>
        <p:sp>
          <p:nvSpPr>
            <p:cNvPr id="295" name="Google Shape;295;p20"/>
            <p:cNvSpPr/>
            <p:nvPr/>
          </p:nvSpPr>
          <p:spPr>
            <a:xfrm>
              <a:off x="911208" y="4446400"/>
              <a:ext cx="2018400" cy="575100"/>
            </a:xfrm>
            <a:prstGeom prst="roundRect">
              <a:avLst>
                <a:gd fmla="val 16667" name="adj"/>
              </a:avLst>
            </a:prstGeom>
            <a:solidFill>
              <a:srgbClr val="E9C46A"/>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$75.09</a:t>
              </a:r>
              <a:endParaRPr>
                <a:latin typeface="Calibri"/>
                <a:ea typeface="Calibri"/>
                <a:cs typeface="Calibri"/>
                <a:sym typeface="Calibri"/>
              </a:endParaRPr>
            </a:p>
          </p:txBody>
        </p:sp>
        <p:pic>
          <p:nvPicPr>
            <p:cNvPr id="296" name="Google Shape;296;p20"/>
            <p:cNvPicPr preferRelativeResize="0"/>
            <p:nvPr/>
          </p:nvPicPr>
          <p:blipFill>
            <a:blip r:embed="rId15">
              <a:alphaModFix/>
            </a:blip>
            <a:stretch>
              <a:fillRect/>
            </a:stretch>
          </p:blipFill>
          <p:spPr>
            <a:xfrm>
              <a:off x="971058" y="4505850"/>
              <a:ext cx="543800" cy="543800"/>
            </a:xfrm>
            <a:prstGeom prst="rect">
              <a:avLst/>
            </a:prstGeom>
            <a:noFill/>
            <a:ln>
              <a:noFill/>
            </a:ln>
          </p:spPr>
        </p:pic>
      </p:grpSp>
      <p:grpSp>
        <p:nvGrpSpPr>
          <p:cNvPr id="297" name="Google Shape;297;p20"/>
          <p:cNvGrpSpPr/>
          <p:nvPr/>
        </p:nvGrpSpPr>
        <p:grpSpPr>
          <a:xfrm>
            <a:off x="2290549" y="6437750"/>
            <a:ext cx="2018400" cy="575100"/>
            <a:chOff x="1319349" y="5873888"/>
            <a:chExt cx="2018400" cy="575100"/>
          </a:xfrm>
        </p:grpSpPr>
        <p:sp>
          <p:nvSpPr>
            <p:cNvPr id="298" name="Google Shape;298;p20"/>
            <p:cNvSpPr/>
            <p:nvPr/>
          </p:nvSpPr>
          <p:spPr>
            <a:xfrm>
              <a:off x="1319349" y="5873888"/>
              <a:ext cx="2018400" cy="575100"/>
            </a:xfrm>
            <a:prstGeom prst="roundRect">
              <a:avLst>
                <a:gd fmla="val 16667" name="adj"/>
              </a:avLst>
            </a:prstGeom>
            <a:solidFill>
              <a:srgbClr val="606C3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$15.91</a:t>
              </a:r>
              <a:endParaRPr>
                <a:latin typeface="Calibri"/>
                <a:ea typeface="Calibri"/>
                <a:cs typeface="Calibri"/>
                <a:sym typeface="Calibri"/>
              </a:endParaRPr>
            </a:p>
          </p:txBody>
        </p:sp>
        <p:pic>
          <p:nvPicPr>
            <p:cNvPr id="299" name="Google Shape;299;p20"/>
            <p:cNvPicPr preferRelativeResize="0"/>
            <p:nvPr/>
          </p:nvPicPr>
          <p:blipFill>
            <a:blip r:embed="rId16">
              <a:alphaModFix/>
            </a:blip>
            <a:stretch>
              <a:fillRect/>
            </a:stretch>
          </p:blipFill>
          <p:spPr>
            <a:xfrm>
              <a:off x="1447099" y="5922400"/>
              <a:ext cx="506200" cy="506200"/>
            </a:xfrm>
            <a:prstGeom prst="rect">
              <a:avLst/>
            </a:prstGeom>
            <a:noFill/>
            <a:ln>
              <a:noFill/>
            </a:ln>
          </p:spPr>
        </p:pic>
      </p:grpSp>
      <p:pic>
        <p:nvPicPr>
          <p:cNvPr id="300" name="Google Shape;300;p20"/>
          <p:cNvPicPr preferRelativeResize="0"/>
          <p:nvPr/>
        </p:nvPicPr>
        <p:blipFill rotWithShape="1">
          <a:blip r:embed="rId17">
            <a:alphaModFix/>
          </a:blip>
          <a:srcRect b="0" l="0" r="0" t="0"/>
          <a:stretch/>
        </p:blipFill>
        <p:spPr>
          <a:xfrm rot="5400000">
            <a:off x="2056246" y="5939965"/>
            <a:ext cx="7585000" cy="492625"/>
          </a:xfrm>
          <a:prstGeom prst="rect">
            <a:avLst/>
          </a:prstGeom>
          <a:noFill/>
          <a:ln>
            <a:noFill/>
          </a:ln>
        </p:spPr>
      </p:pic>
      <p:pic>
        <p:nvPicPr>
          <p:cNvPr id="301" name="Google Shape;301;p20"/>
          <p:cNvPicPr preferRelativeResize="0"/>
          <p:nvPr/>
        </p:nvPicPr>
        <p:blipFill rotWithShape="1">
          <a:blip r:embed="rId18">
            <a:alphaModFix/>
          </a:blip>
          <a:srcRect b="0" l="0" r="0" t="0"/>
          <a:stretch/>
        </p:blipFill>
        <p:spPr>
          <a:xfrm>
            <a:off x="6095050" y="5565550"/>
            <a:ext cx="381000" cy="101600"/>
          </a:xfrm>
          <a:prstGeom prst="rect">
            <a:avLst/>
          </a:prstGeom>
          <a:noFill/>
          <a:ln>
            <a:noFill/>
          </a:ln>
        </p:spPr>
      </p:pic>
      <p:pic>
        <p:nvPicPr>
          <p:cNvPr id="302" name="Google Shape;302;p20"/>
          <p:cNvPicPr preferRelativeResize="0"/>
          <p:nvPr/>
        </p:nvPicPr>
        <p:blipFill rotWithShape="1">
          <a:blip r:embed="rId19">
            <a:alphaModFix/>
          </a:blip>
          <a:srcRect b="0" l="0" r="0" t="0"/>
          <a:stretch/>
        </p:blipFill>
        <p:spPr>
          <a:xfrm>
            <a:off x="6476050" y="2347400"/>
            <a:ext cx="5829300" cy="6196500"/>
          </a:xfrm>
          <a:prstGeom prst="rect">
            <a:avLst/>
          </a:prstGeom>
          <a:noFill/>
          <a:ln>
            <a:noFill/>
          </a:ln>
        </p:spPr>
      </p:pic>
      <p:pic>
        <p:nvPicPr>
          <p:cNvPr id="303" name="Google Shape;303;p20" title="image-Photoroom (2).png"/>
          <p:cNvPicPr preferRelativeResize="0"/>
          <p:nvPr/>
        </p:nvPicPr>
        <p:blipFill rotWithShape="1">
          <a:blip r:embed="rId20">
            <a:alphaModFix/>
          </a:blip>
          <a:srcRect b="75549" l="0" r="0" t="0"/>
          <a:stretch/>
        </p:blipFill>
        <p:spPr>
          <a:xfrm>
            <a:off x="2672725" y="1842240"/>
            <a:ext cx="1562100" cy="454150"/>
          </a:xfrm>
          <a:prstGeom prst="rect">
            <a:avLst/>
          </a:prstGeom>
          <a:noFill/>
          <a:ln>
            <a:noFill/>
          </a:ln>
        </p:spPr>
      </p:pic>
      <p:pic>
        <p:nvPicPr>
          <p:cNvPr id="304" name="Google Shape;304;p20" title="image-Photoroom (2).png"/>
          <p:cNvPicPr preferRelativeResize="0"/>
          <p:nvPr/>
        </p:nvPicPr>
        <p:blipFill rotWithShape="1">
          <a:blip r:embed="rId20">
            <a:alphaModFix/>
          </a:blip>
          <a:srcRect b="64302" l="0" r="0" t="23212"/>
          <a:stretch/>
        </p:blipFill>
        <p:spPr>
          <a:xfrm>
            <a:off x="4104950" y="3307762"/>
            <a:ext cx="1660890" cy="246566"/>
          </a:xfrm>
          <a:prstGeom prst="rect">
            <a:avLst/>
          </a:prstGeom>
          <a:noFill/>
          <a:ln>
            <a:noFill/>
          </a:ln>
        </p:spPr>
      </p:pic>
      <p:pic>
        <p:nvPicPr>
          <p:cNvPr id="305" name="Google Shape;305;p20" title="image-Photoroom (2).png"/>
          <p:cNvPicPr preferRelativeResize="0"/>
          <p:nvPr/>
        </p:nvPicPr>
        <p:blipFill rotWithShape="1">
          <a:blip r:embed="rId20">
            <a:alphaModFix/>
          </a:blip>
          <a:srcRect b="22699" l="0" r="0" t="64544"/>
          <a:stretch/>
        </p:blipFill>
        <p:spPr>
          <a:xfrm>
            <a:off x="4104989" y="2567445"/>
            <a:ext cx="1660890" cy="246566"/>
          </a:xfrm>
          <a:prstGeom prst="rect">
            <a:avLst/>
          </a:prstGeom>
          <a:noFill/>
          <a:ln>
            <a:noFill/>
          </a:ln>
        </p:spPr>
      </p:pic>
      <p:pic>
        <p:nvPicPr>
          <p:cNvPr id="306" name="Google Shape;306;p20" title="image-Photoroom (2).png"/>
          <p:cNvPicPr preferRelativeResize="0"/>
          <p:nvPr/>
        </p:nvPicPr>
        <p:blipFill rotWithShape="1">
          <a:blip r:embed="rId20">
            <a:alphaModFix/>
          </a:blip>
          <a:srcRect b="43758" l="0" r="0" t="43757"/>
          <a:stretch/>
        </p:blipFill>
        <p:spPr>
          <a:xfrm>
            <a:off x="4164162" y="4066829"/>
            <a:ext cx="1660890" cy="246566"/>
          </a:xfrm>
          <a:prstGeom prst="rect">
            <a:avLst/>
          </a:prstGeom>
          <a:noFill/>
          <a:ln>
            <a:noFill/>
          </a:ln>
        </p:spPr>
      </p:pic>
      <p:pic>
        <p:nvPicPr>
          <p:cNvPr id="307" name="Google Shape;307;p20" title="image-Photoroom (2).png"/>
          <p:cNvPicPr preferRelativeResize="0"/>
          <p:nvPr/>
        </p:nvPicPr>
        <p:blipFill rotWithShape="1">
          <a:blip r:embed="rId20">
            <a:alphaModFix/>
          </a:blip>
          <a:srcRect b="54814" l="0" r="0" t="32701"/>
          <a:stretch/>
        </p:blipFill>
        <p:spPr>
          <a:xfrm>
            <a:off x="4173985" y="4855406"/>
            <a:ext cx="1660890" cy="246566"/>
          </a:xfrm>
          <a:prstGeom prst="rect">
            <a:avLst/>
          </a:prstGeom>
          <a:noFill/>
          <a:ln>
            <a:noFill/>
          </a:ln>
        </p:spPr>
      </p:pic>
      <p:pic>
        <p:nvPicPr>
          <p:cNvPr id="308" name="Google Shape;308;p20" title="image-Photoroom (2).png"/>
          <p:cNvPicPr preferRelativeResize="0"/>
          <p:nvPr/>
        </p:nvPicPr>
        <p:blipFill rotWithShape="1">
          <a:blip r:embed="rId20">
            <a:alphaModFix/>
          </a:blip>
          <a:srcRect b="12364" l="0" r="0" t="75151"/>
          <a:stretch/>
        </p:blipFill>
        <p:spPr>
          <a:xfrm>
            <a:off x="4173981" y="5766973"/>
            <a:ext cx="1660890" cy="246566"/>
          </a:xfrm>
          <a:prstGeom prst="rect">
            <a:avLst/>
          </a:prstGeom>
          <a:noFill/>
          <a:ln>
            <a:noFill/>
          </a:ln>
        </p:spPr>
      </p:pic>
      <p:pic>
        <p:nvPicPr>
          <p:cNvPr id="309" name="Google Shape;309;p20" title="image-Photoroom (2).png"/>
          <p:cNvPicPr preferRelativeResize="0"/>
          <p:nvPr/>
        </p:nvPicPr>
        <p:blipFill rotWithShape="1">
          <a:blip r:embed="rId20">
            <a:alphaModFix/>
          </a:blip>
          <a:srcRect b="32841" l="0" r="0" t="54674"/>
          <a:stretch/>
        </p:blipFill>
        <p:spPr>
          <a:xfrm>
            <a:off x="4173981" y="6622949"/>
            <a:ext cx="1660890" cy="246566"/>
          </a:xfrm>
          <a:prstGeom prst="rect">
            <a:avLst/>
          </a:prstGeom>
          <a:noFill/>
          <a:ln>
            <a:noFill/>
          </a:ln>
        </p:spPr>
      </p:pic>
      <p:sp>
        <p:nvSpPr>
          <p:cNvPr id="310" name="Google Shape;310;p20"/>
          <p:cNvSpPr txBox="1"/>
          <p:nvPr/>
        </p:nvSpPr>
        <p:spPr>
          <a:xfrm>
            <a:off x="12471825" y="2654300"/>
            <a:ext cx="49812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8BF96"/>
                </a:solidFill>
                <a:latin typeface="Calibri"/>
                <a:ea typeface="Calibri"/>
                <a:cs typeface="Calibri"/>
                <a:sym typeface="Calibri"/>
              </a:rPr>
              <a:t>Highest Average Production Costs : Factory 2</a:t>
            </a:r>
            <a:endParaRPr sz="3200">
              <a:solidFill>
                <a:srgbClr val="C8BF96"/>
              </a:solidFill>
              <a:latin typeface="Calibri"/>
              <a:ea typeface="Calibri"/>
              <a:cs typeface="Calibri"/>
              <a:sym typeface="Calibri"/>
            </a:endParaRPr>
          </a:p>
          <a:p>
            <a:pPr indent="0" lvl="0" marL="0" rtl="0" algn="l">
              <a:spcBef>
                <a:spcPts val="0"/>
              </a:spcBef>
              <a:spcAft>
                <a:spcPts val="0"/>
              </a:spcAft>
              <a:buNone/>
            </a:pPr>
            <a:r>
              <a:t/>
            </a:r>
            <a:endParaRPr sz="3200">
              <a:solidFill>
                <a:srgbClr val="C8BF96"/>
              </a:solidFill>
              <a:latin typeface="Calibri"/>
              <a:ea typeface="Calibri"/>
              <a:cs typeface="Calibri"/>
              <a:sym typeface="Calibri"/>
            </a:endParaRPr>
          </a:p>
          <a:p>
            <a:pPr indent="0" lvl="0" marL="0" rtl="0" algn="l">
              <a:spcBef>
                <a:spcPts val="0"/>
              </a:spcBef>
              <a:spcAft>
                <a:spcPts val="0"/>
              </a:spcAft>
              <a:buNone/>
            </a:pPr>
            <a:r>
              <a:rPr lang="en-US" sz="3200">
                <a:solidFill>
                  <a:srgbClr val="C8BF96"/>
                </a:solidFill>
                <a:latin typeface="Calibri"/>
                <a:ea typeface="Calibri"/>
                <a:cs typeface="Calibri"/>
                <a:sym typeface="Calibri"/>
              </a:rPr>
              <a:t>Cars have the 2nd highest CPU, but the lowest production costs</a:t>
            </a:r>
            <a:endParaRPr sz="3200">
              <a:solidFill>
                <a:srgbClr val="C8BF96"/>
              </a:solidFill>
              <a:latin typeface="Calibri"/>
              <a:ea typeface="Calibri"/>
              <a:cs typeface="Calibri"/>
              <a:sym typeface="Calibri"/>
            </a:endParaRPr>
          </a:p>
          <a:p>
            <a:pPr indent="0" lvl="0" marL="0" rtl="0" algn="l">
              <a:spcBef>
                <a:spcPts val="0"/>
              </a:spcBef>
              <a:spcAft>
                <a:spcPts val="0"/>
              </a:spcAft>
              <a:buNone/>
            </a:pPr>
            <a:r>
              <a:t/>
            </a:r>
            <a:endParaRPr sz="3200">
              <a:solidFill>
                <a:srgbClr val="C8BF96"/>
              </a:solidFill>
              <a:latin typeface="Calibri"/>
              <a:ea typeface="Calibri"/>
              <a:cs typeface="Calibri"/>
              <a:sym typeface="Calibri"/>
            </a:endParaRPr>
          </a:p>
          <a:p>
            <a:pPr indent="0" lvl="0" marL="0" rtl="0" algn="l">
              <a:spcBef>
                <a:spcPts val="0"/>
              </a:spcBef>
              <a:spcAft>
                <a:spcPts val="0"/>
              </a:spcAft>
              <a:buNone/>
            </a:pPr>
            <a:r>
              <a:rPr lang="en-US" sz="3200">
                <a:solidFill>
                  <a:srgbClr val="C8BF96"/>
                </a:solidFill>
                <a:latin typeface="Calibri"/>
                <a:ea typeface="Calibri"/>
                <a:cs typeface="Calibri"/>
                <a:sym typeface="Calibri"/>
              </a:rPr>
              <a:t>Ships have the highest number of productions yet the second lowest production cost</a:t>
            </a:r>
            <a:endParaRPr sz="3200">
              <a:solidFill>
                <a:srgbClr val="C8BF96"/>
              </a:solidFill>
              <a:latin typeface="Calibri"/>
              <a:ea typeface="Calibri"/>
              <a:cs typeface="Calibri"/>
              <a:sym typeface="Calibri"/>
            </a:endParaRPr>
          </a:p>
        </p:txBody>
      </p:sp>
      <p:grpSp>
        <p:nvGrpSpPr>
          <p:cNvPr id="311" name="Google Shape;311;p20"/>
          <p:cNvGrpSpPr/>
          <p:nvPr/>
        </p:nvGrpSpPr>
        <p:grpSpPr>
          <a:xfrm>
            <a:off x="6758221" y="2481296"/>
            <a:ext cx="5240618" cy="3729844"/>
            <a:chOff x="6758450" y="2481306"/>
            <a:chExt cx="4626252" cy="3729844"/>
          </a:xfrm>
        </p:grpSpPr>
        <p:grpSp>
          <p:nvGrpSpPr>
            <p:cNvPr id="312" name="Google Shape;312;p20"/>
            <p:cNvGrpSpPr/>
            <p:nvPr/>
          </p:nvGrpSpPr>
          <p:grpSpPr>
            <a:xfrm>
              <a:off x="6761377" y="2481306"/>
              <a:ext cx="4623325" cy="404813"/>
              <a:chOff x="7669275" y="1466100"/>
              <a:chExt cx="4623325" cy="404813"/>
            </a:xfrm>
          </p:grpSpPr>
          <p:pic>
            <p:nvPicPr>
              <p:cNvPr id="313" name="Google Shape;313;p20"/>
              <p:cNvPicPr preferRelativeResize="0"/>
              <p:nvPr/>
            </p:nvPicPr>
            <p:blipFill>
              <a:blip r:embed="rId21">
                <a:alphaModFix/>
              </a:blip>
              <a:stretch>
                <a:fillRect/>
              </a:stretch>
            </p:blipFill>
            <p:spPr>
              <a:xfrm>
                <a:off x="7669275" y="1466100"/>
                <a:ext cx="4623325" cy="404813"/>
              </a:xfrm>
              <a:prstGeom prst="rect">
                <a:avLst/>
              </a:prstGeom>
              <a:noFill/>
              <a:ln>
                <a:noFill/>
              </a:ln>
            </p:spPr>
          </p:pic>
          <p:pic>
            <p:nvPicPr>
              <p:cNvPr id="314" name="Google Shape;314;p20"/>
              <p:cNvPicPr preferRelativeResize="0"/>
              <p:nvPr/>
            </p:nvPicPr>
            <p:blipFill>
              <a:blip r:embed="rId22">
                <a:alphaModFix/>
              </a:blip>
              <a:stretch>
                <a:fillRect/>
              </a:stretch>
            </p:blipFill>
            <p:spPr>
              <a:xfrm>
                <a:off x="9049971" y="1514427"/>
                <a:ext cx="2181225" cy="247650"/>
              </a:xfrm>
              <a:prstGeom prst="rect">
                <a:avLst/>
              </a:prstGeom>
              <a:noFill/>
              <a:ln>
                <a:noFill/>
              </a:ln>
            </p:spPr>
          </p:pic>
        </p:grpSp>
        <p:pic>
          <p:nvPicPr>
            <p:cNvPr id="315" name="Google Shape;315;p20"/>
            <p:cNvPicPr preferRelativeResize="0"/>
            <p:nvPr/>
          </p:nvPicPr>
          <p:blipFill rotWithShape="1">
            <a:blip r:embed="rId23">
              <a:alphaModFix/>
            </a:blip>
            <a:srcRect b="0" l="0" r="22952" t="6006"/>
            <a:stretch/>
          </p:blipFill>
          <p:spPr>
            <a:xfrm>
              <a:off x="6758450" y="2728500"/>
              <a:ext cx="4623324" cy="3482650"/>
            </a:xfrm>
            <a:prstGeom prst="rect">
              <a:avLst/>
            </a:prstGeom>
            <a:noFill/>
            <a:ln>
              <a:noFill/>
            </a:ln>
          </p:spPr>
        </p:pic>
      </p:grpSp>
      <p:pic>
        <p:nvPicPr>
          <p:cNvPr id="316" name="Google Shape;316;p20"/>
          <p:cNvPicPr preferRelativeResize="0"/>
          <p:nvPr/>
        </p:nvPicPr>
        <p:blipFill rotWithShape="1">
          <a:blip r:embed="rId4">
            <a:alphaModFix/>
          </a:blip>
          <a:srcRect b="0" l="0" r="0" t="0"/>
          <a:stretch/>
        </p:blipFill>
        <p:spPr>
          <a:xfrm>
            <a:off x="6663125" y="6291275"/>
            <a:ext cx="5335725" cy="1913525"/>
          </a:xfrm>
          <a:prstGeom prst="rect">
            <a:avLst/>
          </a:prstGeom>
          <a:noFill/>
          <a:ln>
            <a:noFill/>
          </a:ln>
          <a:effectLst>
            <a:outerShdw blurRad="23924" dir="2700000" dist="51165">
              <a:srgbClr val="000000">
                <a:alpha val="10200"/>
              </a:srgbClr>
            </a:outerShdw>
          </a:effectLst>
        </p:spPr>
      </p:pic>
      <p:sp>
        <p:nvSpPr>
          <p:cNvPr id="317" name="Google Shape;317;p20"/>
          <p:cNvSpPr txBox="1"/>
          <p:nvPr/>
        </p:nvSpPr>
        <p:spPr>
          <a:xfrm>
            <a:off x="7739188" y="6444588"/>
            <a:ext cx="3278700" cy="6033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926">
                <a:solidFill>
                  <a:srgbClr val="783F04"/>
                </a:solidFill>
              </a:rPr>
              <a:t>Average Production Cost:</a:t>
            </a:r>
            <a:r>
              <a:rPr lang="en-US" sz="1926">
                <a:solidFill>
                  <a:srgbClr val="888888"/>
                </a:solidFill>
              </a:rPr>
              <a:t> </a:t>
            </a:r>
            <a:endParaRPr sz="1926">
              <a:solidFill>
                <a:srgbClr val="888888"/>
              </a:solidFill>
            </a:endParaRPr>
          </a:p>
          <a:p>
            <a:pPr indent="0" lvl="0" marL="0" marR="0" rtl="0" algn="ctr">
              <a:lnSpc>
                <a:spcPct val="99600"/>
              </a:lnSpc>
              <a:spcBef>
                <a:spcPts val="0"/>
              </a:spcBef>
              <a:spcAft>
                <a:spcPts val="0"/>
              </a:spcAft>
              <a:buNone/>
            </a:pPr>
            <a:r>
              <a:rPr lang="en-US" sz="1926">
                <a:solidFill>
                  <a:srgbClr val="888888"/>
                </a:solidFill>
              </a:rPr>
              <a:t>$2,000 -$6,000</a:t>
            </a:r>
            <a:endParaRPr sz="1166">
              <a:solidFill>
                <a:srgbClr val="888888"/>
              </a:solidFill>
            </a:endParaRPr>
          </a:p>
        </p:txBody>
      </p:sp>
      <p:pic>
        <p:nvPicPr>
          <p:cNvPr id="318" name="Google Shape;318;p20"/>
          <p:cNvPicPr preferRelativeResize="0"/>
          <p:nvPr/>
        </p:nvPicPr>
        <p:blipFill>
          <a:blip r:embed="rId24">
            <a:alphaModFix/>
          </a:blip>
          <a:stretch>
            <a:fillRect/>
          </a:stretch>
        </p:blipFill>
        <p:spPr>
          <a:xfrm>
            <a:off x="17195700" y="2862250"/>
            <a:ext cx="946300" cy="946300"/>
          </a:xfrm>
          <a:prstGeom prst="rect">
            <a:avLst/>
          </a:prstGeom>
          <a:noFill/>
          <a:ln>
            <a:noFill/>
          </a:ln>
        </p:spPr>
      </p:pic>
      <p:pic>
        <p:nvPicPr>
          <p:cNvPr id="319" name="Google Shape;319;p20"/>
          <p:cNvPicPr preferRelativeResize="0"/>
          <p:nvPr/>
        </p:nvPicPr>
        <p:blipFill>
          <a:blip r:embed="rId25">
            <a:alphaModFix/>
          </a:blip>
          <a:stretch>
            <a:fillRect/>
          </a:stretch>
        </p:blipFill>
        <p:spPr>
          <a:xfrm flipH="1">
            <a:off x="17195700" y="6622950"/>
            <a:ext cx="1066800" cy="1066800"/>
          </a:xfrm>
          <a:prstGeom prst="rect">
            <a:avLst/>
          </a:prstGeom>
          <a:noFill/>
          <a:ln>
            <a:noFill/>
          </a:ln>
        </p:spPr>
      </p:pic>
      <p:pic>
        <p:nvPicPr>
          <p:cNvPr id="320" name="Google Shape;320;p20"/>
          <p:cNvPicPr preferRelativeResize="0"/>
          <p:nvPr/>
        </p:nvPicPr>
        <p:blipFill>
          <a:blip r:embed="rId26">
            <a:alphaModFix/>
          </a:blip>
          <a:stretch>
            <a:fillRect/>
          </a:stretch>
        </p:blipFill>
        <p:spPr>
          <a:xfrm>
            <a:off x="17167950" y="4347563"/>
            <a:ext cx="1122300" cy="1122300"/>
          </a:xfrm>
          <a:prstGeom prst="rect">
            <a:avLst/>
          </a:prstGeom>
          <a:noFill/>
          <a:ln>
            <a:noFill/>
          </a:ln>
        </p:spPr>
      </p:pic>
      <p:sp>
        <p:nvSpPr>
          <p:cNvPr id="321" name="Google Shape;321;p20"/>
          <p:cNvSpPr txBox="1"/>
          <p:nvPr/>
        </p:nvSpPr>
        <p:spPr>
          <a:xfrm>
            <a:off x="7504653" y="7281350"/>
            <a:ext cx="4035000" cy="6033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926">
                <a:solidFill>
                  <a:srgbClr val="783F04"/>
                </a:solidFill>
              </a:rPr>
              <a:t>Average Production Count : </a:t>
            </a:r>
            <a:endParaRPr sz="1926">
              <a:solidFill>
                <a:srgbClr val="783F04"/>
              </a:solidFill>
            </a:endParaRPr>
          </a:p>
          <a:p>
            <a:pPr indent="0" lvl="0" marL="0" marR="0" rtl="0" algn="ctr">
              <a:lnSpc>
                <a:spcPct val="99600"/>
              </a:lnSpc>
              <a:spcBef>
                <a:spcPts val="0"/>
              </a:spcBef>
              <a:spcAft>
                <a:spcPts val="0"/>
              </a:spcAft>
              <a:buNone/>
            </a:pPr>
            <a:r>
              <a:rPr lang="en-US" sz="1926">
                <a:solidFill>
                  <a:srgbClr val="888888"/>
                </a:solidFill>
              </a:rPr>
              <a:t>25-75 units</a:t>
            </a:r>
            <a:endParaRPr sz="1166">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25" name="Shape 325"/>
        <p:cNvGrpSpPr/>
        <p:nvPr/>
      </p:nvGrpSpPr>
      <p:grpSpPr>
        <a:xfrm>
          <a:off x="0" y="0"/>
          <a:ext cx="0" cy="0"/>
          <a:chOff x="0" y="0"/>
          <a:chExt cx="0" cy="0"/>
        </a:xfrm>
      </p:grpSpPr>
      <p:pic>
        <p:nvPicPr>
          <p:cNvPr id="326" name="Google Shape;326;p21"/>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27" name="Google Shape;327;p21"/>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28" name="Google Shape;328;p21"/>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Profit and Revenue</a:t>
            </a:r>
            <a:endParaRPr/>
          </a:p>
        </p:txBody>
      </p:sp>
      <p:sp>
        <p:nvSpPr>
          <p:cNvPr id="329" name="Google Shape;329;p21"/>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7</a:t>
            </a:r>
            <a:endParaRPr/>
          </a:p>
        </p:txBody>
      </p:sp>
      <p:sp>
        <p:nvSpPr>
          <p:cNvPr id="330" name="Google Shape;330;p21"/>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31" name="Google Shape;331;p21"/>
          <p:cNvPicPr preferRelativeResize="0"/>
          <p:nvPr/>
        </p:nvPicPr>
        <p:blipFill>
          <a:blip r:embed="rId4">
            <a:alphaModFix/>
          </a:blip>
          <a:stretch>
            <a:fillRect/>
          </a:stretch>
        </p:blipFill>
        <p:spPr>
          <a:xfrm>
            <a:off x="1261125" y="2755527"/>
            <a:ext cx="6867800" cy="4240600"/>
          </a:xfrm>
          <a:prstGeom prst="rect">
            <a:avLst/>
          </a:prstGeom>
          <a:noFill/>
          <a:ln>
            <a:noFill/>
          </a:ln>
        </p:spPr>
      </p:pic>
      <p:pic>
        <p:nvPicPr>
          <p:cNvPr id="332" name="Google Shape;332;p21"/>
          <p:cNvPicPr preferRelativeResize="0"/>
          <p:nvPr/>
        </p:nvPicPr>
        <p:blipFill>
          <a:blip r:embed="rId5">
            <a:alphaModFix/>
          </a:blip>
          <a:stretch>
            <a:fillRect/>
          </a:stretch>
        </p:blipFill>
        <p:spPr>
          <a:xfrm>
            <a:off x="8785375" y="2766311"/>
            <a:ext cx="7074001" cy="43679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36" name="Shape 336"/>
        <p:cNvGrpSpPr/>
        <p:nvPr/>
      </p:nvGrpSpPr>
      <p:grpSpPr>
        <a:xfrm>
          <a:off x="0" y="0"/>
          <a:ext cx="0" cy="0"/>
          <a:chOff x="0" y="0"/>
          <a:chExt cx="0" cy="0"/>
        </a:xfrm>
      </p:grpSpPr>
      <p:pic>
        <p:nvPicPr>
          <p:cNvPr id="337" name="Google Shape;337;p22"/>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38" name="Google Shape;338;p22"/>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39" name="Google Shape;339;p22"/>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Profits</a:t>
            </a:r>
            <a:endParaRPr/>
          </a:p>
        </p:txBody>
      </p:sp>
      <p:sp>
        <p:nvSpPr>
          <p:cNvPr id="340" name="Google Shape;340;p22"/>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8</a:t>
            </a:r>
            <a:endParaRPr/>
          </a:p>
        </p:txBody>
      </p:sp>
      <p:sp>
        <p:nvSpPr>
          <p:cNvPr id="341" name="Google Shape;341;p22"/>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42" name="Google Shape;342;p22"/>
          <p:cNvPicPr preferRelativeResize="0"/>
          <p:nvPr/>
        </p:nvPicPr>
        <p:blipFill>
          <a:blip r:embed="rId4">
            <a:alphaModFix/>
          </a:blip>
          <a:stretch>
            <a:fillRect/>
          </a:stretch>
        </p:blipFill>
        <p:spPr>
          <a:xfrm>
            <a:off x="9075475" y="2961575"/>
            <a:ext cx="8564823" cy="4758235"/>
          </a:xfrm>
          <a:prstGeom prst="rect">
            <a:avLst/>
          </a:prstGeom>
          <a:noFill/>
          <a:ln>
            <a:noFill/>
          </a:ln>
        </p:spPr>
      </p:pic>
      <p:pic>
        <p:nvPicPr>
          <p:cNvPr id="343" name="Google Shape;343;p22"/>
          <p:cNvPicPr preferRelativeResize="0"/>
          <p:nvPr/>
        </p:nvPicPr>
        <p:blipFill>
          <a:blip r:embed="rId5">
            <a:alphaModFix/>
          </a:blip>
          <a:stretch>
            <a:fillRect/>
          </a:stretch>
        </p:blipFill>
        <p:spPr>
          <a:xfrm>
            <a:off x="152400" y="2806700"/>
            <a:ext cx="8770676" cy="48725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47" name="Shape 347"/>
        <p:cNvGrpSpPr/>
        <p:nvPr/>
      </p:nvGrpSpPr>
      <p:grpSpPr>
        <a:xfrm>
          <a:off x="0" y="0"/>
          <a:ext cx="0" cy="0"/>
          <a:chOff x="0" y="0"/>
          <a:chExt cx="0" cy="0"/>
        </a:xfrm>
      </p:grpSpPr>
      <p:pic>
        <p:nvPicPr>
          <p:cNvPr id="348" name="Google Shape;348;p23"/>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49" name="Google Shape;349;p23"/>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50" name="Google Shape;350;p23"/>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Profits</a:t>
            </a:r>
            <a:endParaRPr/>
          </a:p>
        </p:txBody>
      </p:sp>
      <p:sp>
        <p:nvSpPr>
          <p:cNvPr id="351" name="Google Shape;351;p23"/>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9</a:t>
            </a:r>
            <a:endParaRPr/>
          </a:p>
        </p:txBody>
      </p:sp>
      <p:sp>
        <p:nvSpPr>
          <p:cNvPr id="352" name="Google Shape;352;p23"/>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53" name="Google Shape;353;p23"/>
          <p:cNvPicPr preferRelativeResize="0"/>
          <p:nvPr/>
        </p:nvPicPr>
        <p:blipFill>
          <a:blip r:embed="rId4">
            <a:alphaModFix/>
          </a:blip>
          <a:stretch>
            <a:fillRect/>
          </a:stretch>
        </p:blipFill>
        <p:spPr>
          <a:xfrm>
            <a:off x="4002850" y="2947402"/>
            <a:ext cx="9684075" cy="538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57" name="Shape 357"/>
        <p:cNvGrpSpPr/>
        <p:nvPr/>
      </p:nvGrpSpPr>
      <p:grpSpPr>
        <a:xfrm>
          <a:off x="0" y="0"/>
          <a:ext cx="0" cy="0"/>
          <a:chOff x="0" y="0"/>
          <a:chExt cx="0" cy="0"/>
        </a:xfrm>
      </p:grpSpPr>
      <p:pic>
        <p:nvPicPr>
          <p:cNvPr id="358" name="Google Shape;358;p24"/>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59" name="Google Shape;359;p24"/>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60" name="Google Shape;360;p24"/>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Engagement</a:t>
            </a:r>
            <a:endParaRPr/>
          </a:p>
        </p:txBody>
      </p:sp>
      <p:sp>
        <p:nvSpPr>
          <p:cNvPr id="361" name="Google Shape;361;p24"/>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3600">
                <a:solidFill>
                  <a:srgbClr val="BBB288"/>
                </a:solidFill>
                <a:latin typeface="Noto Sans Thin"/>
                <a:ea typeface="Noto Sans Thin"/>
                <a:cs typeface="Noto Sans Thin"/>
                <a:sym typeface="Noto Sans Thin"/>
              </a:rPr>
              <a:t>10</a:t>
            </a:r>
            <a:endParaRPr/>
          </a:p>
        </p:txBody>
      </p:sp>
      <p:sp>
        <p:nvSpPr>
          <p:cNvPr id="362" name="Google Shape;362;p24"/>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63" name="Google Shape;363;p24"/>
          <p:cNvPicPr preferRelativeResize="0"/>
          <p:nvPr/>
        </p:nvPicPr>
        <p:blipFill rotWithShape="1">
          <a:blip r:embed="rId4">
            <a:alphaModFix/>
          </a:blip>
          <a:srcRect b="0" l="0" r="64533" t="0"/>
          <a:stretch/>
        </p:blipFill>
        <p:spPr>
          <a:xfrm>
            <a:off x="857375" y="2185225"/>
            <a:ext cx="5594324" cy="3162300"/>
          </a:xfrm>
          <a:prstGeom prst="rect">
            <a:avLst/>
          </a:prstGeom>
          <a:noFill/>
          <a:ln>
            <a:noFill/>
          </a:ln>
        </p:spPr>
      </p:pic>
      <p:pic>
        <p:nvPicPr>
          <p:cNvPr id="364" name="Google Shape;364;p24"/>
          <p:cNvPicPr preferRelativeResize="0"/>
          <p:nvPr/>
        </p:nvPicPr>
        <p:blipFill rotWithShape="1">
          <a:blip r:embed="rId4">
            <a:alphaModFix/>
          </a:blip>
          <a:srcRect b="1119" l="32447" r="32464" t="5641"/>
          <a:stretch/>
        </p:blipFill>
        <p:spPr>
          <a:xfrm>
            <a:off x="917025" y="5148725"/>
            <a:ext cx="5534675" cy="2948475"/>
          </a:xfrm>
          <a:prstGeom prst="rect">
            <a:avLst/>
          </a:prstGeom>
          <a:noFill/>
          <a:ln>
            <a:noFill/>
          </a:ln>
        </p:spPr>
      </p:pic>
      <p:pic>
        <p:nvPicPr>
          <p:cNvPr id="365" name="Google Shape;365;p24"/>
          <p:cNvPicPr preferRelativeResize="0"/>
          <p:nvPr/>
        </p:nvPicPr>
        <p:blipFill rotWithShape="1">
          <a:blip r:embed="rId4">
            <a:alphaModFix/>
          </a:blip>
          <a:srcRect b="48486" l="65004" r="-472" t="4119"/>
          <a:stretch/>
        </p:blipFill>
        <p:spPr>
          <a:xfrm>
            <a:off x="963425" y="7898329"/>
            <a:ext cx="5594324" cy="1498775"/>
          </a:xfrm>
          <a:prstGeom prst="rect">
            <a:avLst/>
          </a:prstGeom>
          <a:noFill/>
          <a:ln>
            <a:noFill/>
          </a:ln>
        </p:spPr>
      </p:pic>
      <p:pic>
        <p:nvPicPr>
          <p:cNvPr id="366" name="Google Shape;366;p24"/>
          <p:cNvPicPr preferRelativeResize="0"/>
          <p:nvPr/>
        </p:nvPicPr>
        <p:blipFill rotWithShape="1">
          <a:blip r:embed="rId4">
            <a:alphaModFix/>
          </a:blip>
          <a:srcRect b="0" l="0" r="96667" t="0"/>
          <a:stretch/>
        </p:blipFill>
        <p:spPr>
          <a:xfrm>
            <a:off x="875927" y="4967217"/>
            <a:ext cx="525677" cy="3162300"/>
          </a:xfrm>
          <a:prstGeom prst="rect">
            <a:avLst/>
          </a:prstGeom>
          <a:noFill/>
          <a:ln>
            <a:noFill/>
          </a:ln>
        </p:spPr>
      </p:pic>
      <p:pic>
        <p:nvPicPr>
          <p:cNvPr id="367" name="Google Shape;367;p24"/>
          <p:cNvPicPr preferRelativeResize="0"/>
          <p:nvPr/>
        </p:nvPicPr>
        <p:blipFill rotWithShape="1">
          <a:blip r:embed="rId4">
            <a:alphaModFix/>
          </a:blip>
          <a:srcRect b="55742" l="0" r="96667" t="0"/>
          <a:stretch/>
        </p:blipFill>
        <p:spPr>
          <a:xfrm>
            <a:off x="870675" y="7763575"/>
            <a:ext cx="525676" cy="1399575"/>
          </a:xfrm>
          <a:prstGeom prst="rect">
            <a:avLst/>
          </a:prstGeom>
          <a:noFill/>
          <a:ln>
            <a:noFill/>
          </a:ln>
        </p:spPr>
      </p:pic>
      <p:pic>
        <p:nvPicPr>
          <p:cNvPr id="368" name="Google Shape;368;p24"/>
          <p:cNvPicPr preferRelativeResize="0"/>
          <p:nvPr/>
        </p:nvPicPr>
        <p:blipFill rotWithShape="1">
          <a:blip r:embed="rId4">
            <a:alphaModFix/>
          </a:blip>
          <a:srcRect b="2640" l="67723" r="-472" t="84472"/>
          <a:stretch/>
        </p:blipFill>
        <p:spPr>
          <a:xfrm>
            <a:off x="1396351" y="9163150"/>
            <a:ext cx="5165374" cy="407575"/>
          </a:xfrm>
          <a:prstGeom prst="rect">
            <a:avLst/>
          </a:prstGeom>
          <a:noFill/>
          <a:ln>
            <a:noFill/>
          </a:ln>
        </p:spPr>
      </p:pic>
      <p:pic>
        <p:nvPicPr>
          <p:cNvPr id="369" name="Google Shape;369;p24"/>
          <p:cNvPicPr preferRelativeResize="0"/>
          <p:nvPr/>
        </p:nvPicPr>
        <p:blipFill>
          <a:blip r:embed="rId5">
            <a:alphaModFix/>
          </a:blip>
          <a:stretch>
            <a:fillRect/>
          </a:stretch>
        </p:blipFill>
        <p:spPr>
          <a:xfrm>
            <a:off x="8116750" y="838825"/>
            <a:ext cx="8134525" cy="5022750"/>
          </a:xfrm>
          <a:prstGeom prst="rect">
            <a:avLst/>
          </a:prstGeom>
          <a:noFill/>
          <a:ln>
            <a:noFill/>
          </a:ln>
        </p:spPr>
      </p:pic>
      <p:pic>
        <p:nvPicPr>
          <p:cNvPr id="370" name="Google Shape;370;p24"/>
          <p:cNvPicPr preferRelativeResize="0"/>
          <p:nvPr/>
        </p:nvPicPr>
        <p:blipFill>
          <a:blip r:embed="rId6">
            <a:alphaModFix/>
          </a:blip>
          <a:stretch>
            <a:fillRect/>
          </a:stretch>
        </p:blipFill>
        <p:spPr>
          <a:xfrm>
            <a:off x="8866150" y="6036350"/>
            <a:ext cx="6000750" cy="3705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74" name="Shape 374"/>
        <p:cNvGrpSpPr/>
        <p:nvPr/>
      </p:nvGrpSpPr>
      <p:grpSpPr>
        <a:xfrm>
          <a:off x="0" y="0"/>
          <a:ext cx="0" cy="0"/>
          <a:chOff x="0" y="0"/>
          <a:chExt cx="0" cy="0"/>
        </a:xfrm>
      </p:grpSpPr>
      <p:pic>
        <p:nvPicPr>
          <p:cNvPr id="375" name="Google Shape;375;p25"/>
          <p:cNvPicPr preferRelativeResize="0"/>
          <p:nvPr/>
        </p:nvPicPr>
        <p:blipFill rotWithShape="1">
          <a:blip r:embed="rId3">
            <a:alphaModFix/>
          </a:blip>
          <a:srcRect b="0" l="0" r="0" t="0"/>
          <a:stretch/>
        </p:blipFill>
        <p:spPr>
          <a:xfrm rot="10800000">
            <a:off x="-5291" y="-20796"/>
            <a:ext cx="4940300" cy="2654300"/>
          </a:xfrm>
          <a:prstGeom prst="rect">
            <a:avLst/>
          </a:prstGeom>
          <a:noFill/>
          <a:ln>
            <a:noFill/>
          </a:ln>
        </p:spPr>
      </p:pic>
      <p:pic>
        <p:nvPicPr>
          <p:cNvPr id="376" name="Google Shape;376;p25"/>
          <p:cNvPicPr preferRelativeResize="0"/>
          <p:nvPr/>
        </p:nvPicPr>
        <p:blipFill rotWithShape="1">
          <a:blip r:embed="rId4">
            <a:alphaModFix/>
          </a:blip>
          <a:srcRect b="0" l="0" r="0" t="0"/>
          <a:stretch/>
        </p:blipFill>
        <p:spPr>
          <a:xfrm>
            <a:off x="1346200" y="2476500"/>
            <a:ext cx="13207999" cy="7200900"/>
          </a:xfrm>
          <a:prstGeom prst="rect">
            <a:avLst/>
          </a:prstGeom>
          <a:noFill/>
          <a:ln>
            <a:noFill/>
          </a:ln>
        </p:spPr>
      </p:pic>
      <p:pic>
        <p:nvPicPr>
          <p:cNvPr id="377" name="Google Shape;377;p25"/>
          <p:cNvPicPr preferRelativeResize="0"/>
          <p:nvPr/>
        </p:nvPicPr>
        <p:blipFill rotWithShape="1">
          <a:blip r:embed="rId5">
            <a:alphaModFix/>
          </a:blip>
          <a:srcRect b="0" l="0" r="0" t="0"/>
          <a:stretch/>
        </p:blipFill>
        <p:spPr>
          <a:xfrm>
            <a:off x="10909300" y="3568700"/>
            <a:ext cx="1219200" cy="901700"/>
          </a:xfrm>
          <a:prstGeom prst="rect">
            <a:avLst/>
          </a:prstGeom>
          <a:noFill/>
          <a:ln>
            <a:noFill/>
          </a:ln>
        </p:spPr>
      </p:pic>
      <p:pic>
        <p:nvPicPr>
          <p:cNvPr id="378" name="Google Shape;378;p25"/>
          <p:cNvPicPr preferRelativeResize="0"/>
          <p:nvPr/>
        </p:nvPicPr>
        <p:blipFill rotWithShape="1">
          <a:blip r:embed="rId6">
            <a:alphaModFix amt="90000"/>
          </a:blip>
          <a:srcRect b="0" l="0" r="0" t="0"/>
          <a:stretch/>
        </p:blipFill>
        <p:spPr>
          <a:xfrm>
            <a:off x="12115800" y="2108200"/>
            <a:ext cx="3454400" cy="3695700"/>
          </a:xfrm>
          <a:prstGeom prst="rect">
            <a:avLst/>
          </a:prstGeom>
          <a:noFill/>
          <a:ln>
            <a:noFill/>
          </a:ln>
          <a:effectLst>
            <a:outerShdw blurRad="444030" dir="2700000" dist="265237">
              <a:srgbClr val="000000">
                <a:alpha val="10196"/>
              </a:srgbClr>
            </a:outerShdw>
          </a:effectLst>
        </p:spPr>
      </p:pic>
      <p:sp>
        <p:nvSpPr>
          <p:cNvPr id="379" name="Google Shape;379;p25"/>
          <p:cNvSpPr txBox="1"/>
          <p:nvPr/>
        </p:nvSpPr>
        <p:spPr>
          <a:xfrm>
            <a:off x="12471400" y="2362200"/>
            <a:ext cx="2793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NORTH AMERICA</a:t>
            </a:r>
            <a:r>
              <a:rPr b="1" i="0" lang="en-US" sz="1500" u="none" cap="none" strike="noStrike">
                <a:solidFill>
                  <a:srgbClr val="403C29"/>
                </a:solidFill>
                <a:latin typeface="Noto Sans"/>
                <a:ea typeface="Noto Sans"/>
                <a:cs typeface="Noto Sans"/>
                <a:sym typeface="Noto Sans"/>
              </a:rPr>
              <a:t> STATUS</a:t>
            </a:r>
            <a:endParaRPr/>
          </a:p>
        </p:txBody>
      </p:sp>
      <p:sp>
        <p:nvSpPr>
          <p:cNvPr id="380" name="Google Shape;380;p25"/>
          <p:cNvSpPr txBox="1"/>
          <p:nvPr/>
        </p:nvSpPr>
        <p:spPr>
          <a:xfrm>
            <a:off x="12471400" y="2667000"/>
            <a:ext cx="3111500" cy="6731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a:t>
            </a:r>
            <a:r>
              <a:rPr b="0" i="0" lang="en-US" sz="3800" u="none" cap="none" strike="noStrike">
                <a:solidFill>
                  <a:srgbClr val="403C29"/>
                </a:solidFill>
                <a:latin typeface="Arial"/>
                <a:ea typeface="Arial"/>
                <a:cs typeface="Arial"/>
                <a:sym typeface="Arial"/>
              </a:rPr>
              <a:t>3,</a:t>
            </a:r>
            <a:r>
              <a:rPr lang="en-US" sz="3800">
                <a:solidFill>
                  <a:srgbClr val="403C29"/>
                </a:solidFill>
              </a:rPr>
              <a:t>627</a:t>
            </a:r>
            <a:r>
              <a:rPr b="0" i="0" lang="en-US" sz="3800" u="none" cap="none" strike="noStrike">
                <a:solidFill>
                  <a:srgbClr val="403C29"/>
                </a:solidFill>
                <a:latin typeface="Arial"/>
                <a:ea typeface="Arial"/>
                <a:cs typeface="Arial"/>
                <a:sym typeface="Arial"/>
              </a:rPr>
              <a:t>,</a:t>
            </a:r>
            <a:r>
              <a:rPr lang="en-US" sz="3800">
                <a:solidFill>
                  <a:srgbClr val="403C29"/>
                </a:solidFill>
              </a:rPr>
              <a:t>983</a:t>
            </a:r>
            <a:endParaRPr/>
          </a:p>
        </p:txBody>
      </p:sp>
      <p:sp>
        <p:nvSpPr>
          <p:cNvPr id="381" name="Google Shape;381;p25"/>
          <p:cNvSpPr txBox="1"/>
          <p:nvPr/>
        </p:nvSpPr>
        <p:spPr>
          <a:xfrm>
            <a:off x="12471400" y="3810000"/>
            <a:ext cx="13208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382" name="Google Shape;382;p25"/>
          <p:cNvSpPr txBox="1"/>
          <p:nvPr/>
        </p:nvSpPr>
        <p:spPr>
          <a:xfrm>
            <a:off x="13970000" y="3822700"/>
            <a:ext cx="1320800" cy="2540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pic>
        <p:nvPicPr>
          <p:cNvPr id="383" name="Google Shape;383;p25"/>
          <p:cNvPicPr preferRelativeResize="0"/>
          <p:nvPr/>
        </p:nvPicPr>
        <p:blipFill rotWithShape="1">
          <a:blip r:embed="rId7">
            <a:alphaModFix/>
          </a:blip>
          <a:srcRect b="0" l="0" r="0" t="0"/>
          <a:stretch/>
        </p:blipFill>
        <p:spPr>
          <a:xfrm>
            <a:off x="12496800" y="3530600"/>
            <a:ext cx="2705100" cy="38100"/>
          </a:xfrm>
          <a:prstGeom prst="rect">
            <a:avLst/>
          </a:prstGeom>
          <a:noFill/>
          <a:ln>
            <a:noFill/>
          </a:ln>
        </p:spPr>
      </p:pic>
      <p:pic>
        <p:nvPicPr>
          <p:cNvPr id="384" name="Google Shape;384;p25"/>
          <p:cNvPicPr preferRelativeResize="0"/>
          <p:nvPr/>
        </p:nvPicPr>
        <p:blipFill rotWithShape="1">
          <a:blip r:embed="rId8">
            <a:alphaModFix/>
          </a:blip>
          <a:srcRect b="0" l="0" r="0" t="0"/>
          <a:stretch/>
        </p:blipFill>
        <p:spPr>
          <a:xfrm flipH="1" rot="-5400000">
            <a:off x="1285325" y="3803650"/>
            <a:ext cx="1828800" cy="901700"/>
          </a:xfrm>
          <a:prstGeom prst="rect">
            <a:avLst/>
          </a:prstGeom>
          <a:noFill/>
          <a:ln>
            <a:noFill/>
          </a:ln>
        </p:spPr>
      </p:pic>
      <p:pic>
        <p:nvPicPr>
          <p:cNvPr id="385" name="Google Shape;385;p25"/>
          <p:cNvPicPr preferRelativeResize="0"/>
          <p:nvPr/>
        </p:nvPicPr>
        <p:blipFill rotWithShape="1">
          <a:blip r:embed="rId9">
            <a:alphaModFix/>
          </a:blip>
          <a:srcRect b="0" l="0" r="0" t="0"/>
          <a:stretch/>
        </p:blipFill>
        <p:spPr>
          <a:xfrm>
            <a:off x="2362200" y="4686300"/>
            <a:ext cx="533400" cy="533400"/>
          </a:xfrm>
          <a:prstGeom prst="rect">
            <a:avLst/>
          </a:prstGeom>
          <a:noFill/>
          <a:ln>
            <a:noFill/>
          </a:ln>
        </p:spPr>
      </p:pic>
      <p:pic>
        <p:nvPicPr>
          <p:cNvPr id="386" name="Google Shape;386;p25"/>
          <p:cNvPicPr preferRelativeResize="0"/>
          <p:nvPr/>
        </p:nvPicPr>
        <p:blipFill rotWithShape="1">
          <a:blip r:embed="rId10">
            <a:alphaModFix/>
          </a:blip>
          <a:srcRect b="0" l="0" r="0" t="0"/>
          <a:stretch/>
        </p:blipFill>
        <p:spPr>
          <a:xfrm>
            <a:off x="2641600" y="3904125"/>
            <a:ext cx="368300" cy="368300"/>
          </a:xfrm>
          <a:prstGeom prst="rect">
            <a:avLst/>
          </a:prstGeom>
          <a:noFill/>
          <a:ln>
            <a:noFill/>
          </a:ln>
        </p:spPr>
      </p:pic>
      <p:pic>
        <p:nvPicPr>
          <p:cNvPr id="387" name="Google Shape;387;p25"/>
          <p:cNvPicPr preferRelativeResize="0"/>
          <p:nvPr/>
        </p:nvPicPr>
        <p:blipFill rotWithShape="1">
          <a:blip r:embed="rId10">
            <a:alphaModFix/>
          </a:blip>
          <a:srcRect b="0" l="0" r="0" t="0"/>
          <a:stretch/>
        </p:blipFill>
        <p:spPr>
          <a:xfrm>
            <a:off x="6946900" y="5295900"/>
            <a:ext cx="368300" cy="368300"/>
          </a:xfrm>
          <a:prstGeom prst="rect">
            <a:avLst/>
          </a:prstGeom>
          <a:noFill/>
          <a:ln>
            <a:noFill/>
          </a:ln>
        </p:spPr>
      </p:pic>
      <p:pic>
        <p:nvPicPr>
          <p:cNvPr id="388" name="Google Shape;388;p25"/>
          <p:cNvPicPr preferRelativeResize="0"/>
          <p:nvPr/>
        </p:nvPicPr>
        <p:blipFill rotWithShape="1">
          <a:blip r:embed="rId10">
            <a:alphaModFix/>
          </a:blip>
          <a:srcRect b="0" l="0" r="0" t="0"/>
          <a:stretch/>
        </p:blipFill>
        <p:spPr>
          <a:xfrm>
            <a:off x="7162800" y="7912100"/>
            <a:ext cx="368300" cy="368300"/>
          </a:xfrm>
          <a:prstGeom prst="rect">
            <a:avLst/>
          </a:prstGeom>
          <a:noFill/>
          <a:ln>
            <a:noFill/>
          </a:ln>
        </p:spPr>
      </p:pic>
      <p:sp>
        <p:nvSpPr>
          <p:cNvPr id="389" name="Google Shape;389;p25"/>
          <p:cNvSpPr txBox="1"/>
          <p:nvPr/>
        </p:nvSpPr>
        <p:spPr>
          <a:xfrm>
            <a:off x="2362200" y="4247025"/>
            <a:ext cx="9270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UK</a:t>
            </a:r>
            <a:endParaRPr/>
          </a:p>
        </p:txBody>
      </p:sp>
      <p:sp>
        <p:nvSpPr>
          <p:cNvPr id="390" name="Google Shape;390;p25"/>
          <p:cNvSpPr txBox="1"/>
          <p:nvPr/>
        </p:nvSpPr>
        <p:spPr>
          <a:xfrm>
            <a:off x="1167543" y="468630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900">
                <a:solidFill>
                  <a:srgbClr val="403C29"/>
                </a:solidFill>
                <a:latin typeface="Noto Sans"/>
                <a:ea typeface="Noto Sans"/>
                <a:cs typeface="Noto Sans"/>
                <a:sym typeface="Noto Sans"/>
              </a:rPr>
              <a:t>FRANCE</a:t>
            </a:r>
            <a:endParaRPr/>
          </a:p>
        </p:txBody>
      </p:sp>
      <p:sp>
        <p:nvSpPr>
          <p:cNvPr id="391" name="Google Shape;391;p25"/>
          <p:cNvSpPr txBox="1"/>
          <p:nvPr/>
        </p:nvSpPr>
        <p:spPr>
          <a:xfrm>
            <a:off x="6680200" y="56261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JAPAN</a:t>
            </a:r>
            <a:endParaRPr/>
          </a:p>
        </p:txBody>
      </p:sp>
      <p:sp>
        <p:nvSpPr>
          <p:cNvPr id="392" name="Google Shape;392;p25"/>
          <p:cNvSpPr txBox="1"/>
          <p:nvPr/>
        </p:nvSpPr>
        <p:spPr>
          <a:xfrm>
            <a:off x="6781800" y="8267700"/>
            <a:ext cx="11557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AUSTRALIA</a:t>
            </a:r>
            <a:endParaRPr/>
          </a:p>
        </p:txBody>
      </p:sp>
      <p:pic>
        <p:nvPicPr>
          <p:cNvPr id="393" name="Google Shape;393;p25"/>
          <p:cNvPicPr preferRelativeResize="0"/>
          <p:nvPr/>
        </p:nvPicPr>
        <p:blipFill rotWithShape="1">
          <a:blip r:embed="rId9">
            <a:alphaModFix/>
          </a:blip>
          <a:srcRect b="0" l="0" r="0" t="0"/>
          <a:stretch/>
        </p:blipFill>
        <p:spPr>
          <a:xfrm>
            <a:off x="10965550" y="4460075"/>
            <a:ext cx="533400" cy="533400"/>
          </a:xfrm>
          <a:prstGeom prst="rect">
            <a:avLst/>
          </a:prstGeom>
          <a:noFill/>
          <a:ln>
            <a:noFill/>
          </a:ln>
        </p:spPr>
      </p:pic>
      <p:sp>
        <p:nvSpPr>
          <p:cNvPr id="394" name="Google Shape;394;p25"/>
          <p:cNvSpPr txBox="1"/>
          <p:nvPr/>
        </p:nvSpPr>
        <p:spPr>
          <a:xfrm>
            <a:off x="9860650" y="5077519"/>
            <a:ext cx="2793900" cy="33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00">
                <a:solidFill>
                  <a:srgbClr val="403C29"/>
                </a:solidFill>
                <a:latin typeface="Noto Sans"/>
                <a:ea typeface="Noto Sans"/>
                <a:cs typeface="Noto Sans"/>
                <a:sym typeface="Noto Sans"/>
              </a:rPr>
              <a:t>NORTH</a:t>
            </a:r>
            <a:endParaRPr b="1" sz="1900">
              <a:solidFill>
                <a:srgbClr val="403C29"/>
              </a:solidFill>
              <a:latin typeface="Noto Sans"/>
              <a:ea typeface="Noto Sans"/>
              <a:cs typeface="Noto Sans"/>
              <a:sym typeface="Noto Sans"/>
            </a:endParaRPr>
          </a:p>
          <a:p>
            <a:pPr indent="0" lvl="0" marL="0" marR="0" rtl="0" algn="ctr">
              <a:lnSpc>
                <a:spcPct val="100000"/>
              </a:lnSpc>
              <a:spcBef>
                <a:spcPts val="0"/>
              </a:spcBef>
              <a:spcAft>
                <a:spcPts val="0"/>
              </a:spcAft>
              <a:buNone/>
            </a:pPr>
            <a:r>
              <a:rPr b="1" i="0" lang="en-US" sz="1900" u="none" cap="none" strike="noStrike">
                <a:solidFill>
                  <a:srgbClr val="403C29"/>
                </a:solidFill>
                <a:latin typeface="Noto Sans"/>
                <a:ea typeface="Noto Sans"/>
                <a:cs typeface="Noto Sans"/>
                <a:sym typeface="Noto Sans"/>
              </a:rPr>
              <a:t>AMERICA</a:t>
            </a:r>
            <a:endParaRPr/>
          </a:p>
        </p:txBody>
      </p:sp>
      <p:grpSp>
        <p:nvGrpSpPr>
          <p:cNvPr id="395" name="Google Shape;395;p25"/>
          <p:cNvGrpSpPr/>
          <p:nvPr/>
        </p:nvGrpSpPr>
        <p:grpSpPr>
          <a:xfrm>
            <a:off x="224975" y="124750"/>
            <a:ext cx="3479800" cy="3695700"/>
            <a:chOff x="1841500" y="2971800"/>
            <a:chExt cx="3479800" cy="3695700"/>
          </a:xfrm>
        </p:grpSpPr>
        <p:pic>
          <p:nvPicPr>
            <p:cNvPr id="396" name="Google Shape;396;p25"/>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196"/>
                </a:srgbClr>
              </a:outerShdw>
            </a:effectLst>
          </p:spPr>
        </p:pic>
        <p:sp>
          <p:nvSpPr>
            <p:cNvPr id="397" name="Google Shape;397;p25"/>
            <p:cNvSpPr txBox="1"/>
            <p:nvPr/>
          </p:nvSpPr>
          <p:spPr>
            <a:xfrm>
              <a:off x="2197100" y="3251200"/>
              <a:ext cx="18034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FRANCE</a:t>
              </a:r>
              <a:r>
                <a:rPr b="1" i="0" lang="en-US" sz="1500" u="none" cap="none" strike="noStrike">
                  <a:solidFill>
                    <a:srgbClr val="403C29"/>
                  </a:solidFill>
                  <a:latin typeface="Noto Sans"/>
                  <a:ea typeface="Noto Sans"/>
                  <a:cs typeface="Noto Sans"/>
                  <a:sym typeface="Noto Sans"/>
                </a:rPr>
                <a:t> STATUS</a:t>
              </a:r>
              <a:endParaRPr/>
            </a:p>
          </p:txBody>
        </p:sp>
        <p:sp>
          <p:nvSpPr>
            <p:cNvPr id="398" name="Google Shape;398;p25"/>
            <p:cNvSpPr txBox="1"/>
            <p:nvPr/>
          </p:nvSpPr>
          <p:spPr>
            <a:xfrm>
              <a:off x="2209800" y="3568700"/>
              <a:ext cx="3111500" cy="6731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$1,110,916</a:t>
              </a:r>
              <a:endParaRPr/>
            </a:p>
          </p:txBody>
        </p:sp>
        <p:sp>
          <p:nvSpPr>
            <p:cNvPr id="399" name="Google Shape;399;p25"/>
            <p:cNvSpPr txBox="1"/>
            <p:nvPr/>
          </p:nvSpPr>
          <p:spPr>
            <a:xfrm>
              <a:off x="2197100" y="4711700"/>
              <a:ext cx="13208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00" name="Google Shape;400;p25"/>
            <p:cNvSpPr txBox="1"/>
            <p:nvPr/>
          </p:nvSpPr>
          <p:spPr>
            <a:xfrm>
              <a:off x="3695700" y="4724400"/>
              <a:ext cx="1320800" cy="2540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01" name="Google Shape;401;p25"/>
          <p:cNvPicPr preferRelativeResize="0"/>
          <p:nvPr/>
        </p:nvPicPr>
        <p:blipFill rotWithShape="1">
          <a:blip r:embed="rId11">
            <a:alphaModFix/>
          </a:blip>
          <a:srcRect b="0" l="0" r="0" t="0"/>
          <a:stretch/>
        </p:blipFill>
        <p:spPr>
          <a:xfrm>
            <a:off x="7594600" y="7759700"/>
            <a:ext cx="1739900" cy="495300"/>
          </a:xfrm>
          <a:prstGeom prst="rect">
            <a:avLst/>
          </a:prstGeom>
          <a:noFill/>
          <a:ln>
            <a:noFill/>
          </a:ln>
        </p:spPr>
      </p:pic>
      <p:sp>
        <p:nvSpPr>
          <p:cNvPr id="402" name="Google Shape;402;p25"/>
          <p:cNvSpPr txBox="1"/>
          <p:nvPr/>
        </p:nvSpPr>
        <p:spPr>
          <a:xfrm>
            <a:off x="7950200" y="7785100"/>
            <a:ext cx="12446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630,623</a:t>
            </a:r>
            <a:endParaRPr/>
          </a:p>
        </p:txBody>
      </p:sp>
      <p:pic>
        <p:nvPicPr>
          <p:cNvPr id="403" name="Google Shape;403;p25"/>
          <p:cNvPicPr preferRelativeResize="0"/>
          <p:nvPr/>
        </p:nvPicPr>
        <p:blipFill rotWithShape="1">
          <a:blip r:embed="rId12">
            <a:alphaModFix/>
          </a:blip>
          <a:srcRect b="0" l="0" r="0" t="0"/>
          <a:stretch/>
        </p:blipFill>
        <p:spPr>
          <a:xfrm>
            <a:off x="7708900" y="7759700"/>
            <a:ext cx="342900" cy="342900"/>
          </a:xfrm>
          <a:prstGeom prst="rect">
            <a:avLst/>
          </a:prstGeom>
          <a:noFill/>
          <a:ln>
            <a:noFill/>
          </a:ln>
        </p:spPr>
      </p:pic>
      <p:pic>
        <p:nvPicPr>
          <p:cNvPr id="404" name="Google Shape;404;p25"/>
          <p:cNvPicPr preferRelativeResize="0"/>
          <p:nvPr/>
        </p:nvPicPr>
        <p:blipFill rotWithShape="1">
          <a:blip r:embed="rId13">
            <a:alphaModFix/>
          </a:blip>
          <a:srcRect b="0" l="0" r="0" t="0"/>
          <a:stretch/>
        </p:blipFill>
        <p:spPr>
          <a:xfrm>
            <a:off x="7416800" y="5207000"/>
            <a:ext cx="1600200" cy="495300"/>
          </a:xfrm>
          <a:prstGeom prst="rect">
            <a:avLst/>
          </a:prstGeom>
          <a:noFill/>
          <a:ln>
            <a:noFill/>
          </a:ln>
        </p:spPr>
      </p:pic>
      <p:sp>
        <p:nvSpPr>
          <p:cNvPr id="405" name="Google Shape;405;p25"/>
          <p:cNvSpPr txBox="1"/>
          <p:nvPr/>
        </p:nvSpPr>
        <p:spPr>
          <a:xfrm>
            <a:off x="7683500" y="5232400"/>
            <a:ext cx="12446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188,168</a:t>
            </a:r>
            <a:endParaRPr/>
          </a:p>
        </p:txBody>
      </p:sp>
      <p:pic>
        <p:nvPicPr>
          <p:cNvPr id="406" name="Google Shape;406;p25"/>
          <p:cNvPicPr preferRelativeResize="0"/>
          <p:nvPr/>
        </p:nvPicPr>
        <p:blipFill rotWithShape="1">
          <a:blip r:embed="rId12">
            <a:alphaModFix/>
          </a:blip>
          <a:srcRect b="0" l="0" r="0" t="0"/>
          <a:stretch/>
        </p:blipFill>
        <p:spPr>
          <a:xfrm>
            <a:off x="7531100" y="5207000"/>
            <a:ext cx="342900" cy="342900"/>
          </a:xfrm>
          <a:prstGeom prst="rect">
            <a:avLst/>
          </a:prstGeom>
          <a:noFill/>
          <a:ln>
            <a:noFill/>
          </a:ln>
        </p:spPr>
      </p:pic>
      <p:grpSp>
        <p:nvGrpSpPr>
          <p:cNvPr id="407" name="Google Shape;407;p25"/>
          <p:cNvGrpSpPr/>
          <p:nvPr/>
        </p:nvGrpSpPr>
        <p:grpSpPr>
          <a:xfrm>
            <a:off x="6464300" y="6813550"/>
            <a:ext cx="1765300" cy="495300"/>
            <a:chOff x="6146700" y="6083300"/>
            <a:chExt cx="1765300" cy="495300"/>
          </a:xfrm>
        </p:grpSpPr>
        <p:pic>
          <p:nvPicPr>
            <p:cNvPr id="408" name="Google Shape;408;p25"/>
            <p:cNvPicPr preferRelativeResize="0"/>
            <p:nvPr/>
          </p:nvPicPr>
          <p:blipFill rotWithShape="1">
            <a:blip r:embed="rId14">
              <a:alphaModFix/>
            </a:blip>
            <a:srcRect b="0" l="0" r="0" t="0"/>
            <a:stretch/>
          </p:blipFill>
          <p:spPr>
            <a:xfrm>
              <a:off x="6146700" y="6083300"/>
              <a:ext cx="1765300" cy="495300"/>
            </a:xfrm>
            <a:prstGeom prst="rect">
              <a:avLst/>
            </a:prstGeom>
            <a:noFill/>
            <a:ln>
              <a:noFill/>
            </a:ln>
          </p:spPr>
        </p:pic>
        <p:sp>
          <p:nvSpPr>
            <p:cNvPr id="409" name="Google Shape;409;p25"/>
            <p:cNvSpPr txBox="1"/>
            <p:nvPr/>
          </p:nvSpPr>
          <p:spPr>
            <a:xfrm>
              <a:off x="6553050" y="6248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700" u="none" cap="none" strike="noStrike">
                  <a:solidFill>
                    <a:srgbClr val="EFEBDC"/>
                  </a:solidFill>
                  <a:latin typeface="Arial"/>
                  <a:ea typeface="Arial"/>
                  <a:cs typeface="Arial"/>
                  <a:sym typeface="Arial"/>
                </a:rPr>
                <a:t>2</a:t>
              </a:r>
              <a:r>
                <a:rPr lang="en-US" sz="1700">
                  <a:solidFill>
                    <a:srgbClr val="EFEBDC"/>
                  </a:solidFill>
                </a:rPr>
                <a:t>88,488</a:t>
              </a:r>
              <a:endParaRPr/>
            </a:p>
          </p:txBody>
        </p:sp>
        <p:pic>
          <p:nvPicPr>
            <p:cNvPr id="410" name="Google Shape;410;p25"/>
            <p:cNvPicPr preferRelativeResize="0"/>
            <p:nvPr/>
          </p:nvPicPr>
          <p:blipFill rotWithShape="1">
            <a:blip r:embed="rId12">
              <a:alphaModFix/>
            </a:blip>
            <a:srcRect b="0" l="0" r="0" t="0"/>
            <a:stretch/>
          </p:blipFill>
          <p:spPr>
            <a:xfrm>
              <a:off x="6260950" y="6235700"/>
              <a:ext cx="342900" cy="342900"/>
            </a:xfrm>
            <a:prstGeom prst="rect">
              <a:avLst/>
            </a:prstGeom>
            <a:noFill/>
            <a:ln>
              <a:noFill/>
            </a:ln>
          </p:spPr>
        </p:pic>
      </p:grpSp>
      <p:pic>
        <p:nvPicPr>
          <p:cNvPr id="411" name="Google Shape;411;p25"/>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412" name="Google Shape;412;p25"/>
          <p:cNvSpPr txBox="1"/>
          <p:nvPr/>
        </p:nvSpPr>
        <p:spPr>
          <a:xfrm>
            <a:off x="3854800" y="381000"/>
            <a:ext cx="104808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R</a:t>
            </a:r>
            <a:r>
              <a:rPr lang="en-US" sz="6000">
                <a:solidFill>
                  <a:srgbClr val="403C29"/>
                </a:solidFill>
              </a:rPr>
              <a:t>egional Sales Performance</a:t>
            </a:r>
            <a:endParaRPr/>
          </a:p>
        </p:txBody>
      </p:sp>
      <p:sp>
        <p:nvSpPr>
          <p:cNvPr id="413" name="Google Shape;413;p25"/>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3600">
                <a:solidFill>
                  <a:srgbClr val="BBB288"/>
                </a:solidFill>
                <a:latin typeface="Noto Sans Thin"/>
                <a:ea typeface="Noto Sans Thin"/>
                <a:cs typeface="Noto Sans Thin"/>
                <a:sym typeface="Noto Sans Thin"/>
              </a:rPr>
              <a:t>11</a:t>
            </a:r>
            <a:endParaRPr/>
          </a:p>
        </p:txBody>
      </p:sp>
      <p:sp>
        <p:nvSpPr>
          <p:cNvPr id="414" name="Google Shape;414;p25"/>
          <p:cNvSpPr txBox="1"/>
          <p:nvPr/>
        </p:nvSpPr>
        <p:spPr>
          <a:xfrm>
            <a:off x="10477500" y="7251700"/>
            <a:ext cx="4940300" cy="2794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t/>
            </a:r>
            <a:endParaRPr/>
          </a:p>
        </p:txBody>
      </p:sp>
      <p:sp>
        <p:nvSpPr>
          <p:cNvPr id="415" name="Google Shape;415;p25"/>
          <p:cNvSpPr txBox="1"/>
          <p:nvPr/>
        </p:nvSpPr>
        <p:spPr>
          <a:xfrm rot="-5400000">
            <a:off x="14503400" y="46990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Regional Sales Performance</a:t>
            </a:r>
            <a:endParaRPr/>
          </a:p>
        </p:txBody>
      </p:sp>
      <p:sp>
        <p:nvSpPr>
          <p:cNvPr id="416" name="Google Shape;416;p25"/>
          <p:cNvSpPr txBox="1"/>
          <p:nvPr/>
        </p:nvSpPr>
        <p:spPr>
          <a:xfrm>
            <a:off x="10477500" y="7308850"/>
            <a:ext cx="5092800" cy="1987500"/>
          </a:xfrm>
          <a:prstGeom prst="rect">
            <a:avLst/>
          </a:prstGeom>
          <a:solidFill>
            <a:srgbClr val="AAA17D">
              <a:alpha val="50629"/>
            </a:srgbClr>
          </a:solidFill>
          <a:ln cap="flat" cmpd="sng" w="9525">
            <a:solidFill>
              <a:srgbClr val="746B4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a:solidFill>
                  <a:srgbClr val="746B42"/>
                </a:solidFill>
                <a:latin typeface="Century Gothic"/>
                <a:ea typeface="Century Gothic"/>
                <a:cs typeface="Century Gothic"/>
                <a:sym typeface="Century Gothic"/>
              </a:rPr>
              <a:t>North America, Spain, and France are our biggest </a:t>
            </a:r>
            <a:r>
              <a:rPr lang="en-US">
                <a:solidFill>
                  <a:srgbClr val="746B42"/>
                </a:solidFill>
                <a:latin typeface="Century Gothic"/>
                <a:ea typeface="Century Gothic"/>
                <a:cs typeface="Century Gothic"/>
                <a:sym typeface="Century Gothic"/>
              </a:rPr>
              <a:t>contributors</a:t>
            </a:r>
            <a:r>
              <a:rPr lang="en-US">
                <a:solidFill>
                  <a:srgbClr val="746B42"/>
                </a:solidFill>
                <a:latin typeface="Century Gothic"/>
                <a:ea typeface="Century Gothic"/>
                <a:cs typeface="Century Gothic"/>
                <a:sym typeface="Century Gothic"/>
              </a:rPr>
              <a:t> to order quantities and profits. They prioritize the purchasing of Classic Cars, Vintage Cars, and Motorcycles. We would like to look at their sister countries and reach into the untapped markets based on our main contributors preferences</a:t>
            </a:r>
            <a:endParaRPr>
              <a:solidFill>
                <a:srgbClr val="746B42"/>
              </a:solidFill>
              <a:latin typeface="Century Gothic"/>
              <a:ea typeface="Century Gothic"/>
              <a:cs typeface="Century Gothic"/>
              <a:sym typeface="Century Gothic"/>
            </a:endParaRPr>
          </a:p>
        </p:txBody>
      </p:sp>
      <p:pic>
        <p:nvPicPr>
          <p:cNvPr id="417" name="Google Shape;417;p25"/>
          <p:cNvPicPr preferRelativeResize="0"/>
          <p:nvPr/>
        </p:nvPicPr>
        <p:blipFill>
          <a:blip r:embed="rId15">
            <a:alphaModFix/>
          </a:blip>
          <a:stretch>
            <a:fillRect/>
          </a:stretch>
        </p:blipFill>
        <p:spPr>
          <a:xfrm>
            <a:off x="13754100" y="4205288"/>
            <a:ext cx="1231900" cy="1077913"/>
          </a:xfrm>
          <a:prstGeom prst="rect">
            <a:avLst/>
          </a:prstGeom>
          <a:noFill/>
          <a:ln>
            <a:noFill/>
          </a:ln>
        </p:spPr>
      </p:pic>
      <p:pic>
        <p:nvPicPr>
          <p:cNvPr id="418" name="Google Shape;418;p25"/>
          <p:cNvPicPr preferRelativeResize="0"/>
          <p:nvPr/>
        </p:nvPicPr>
        <p:blipFill rotWithShape="1">
          <a:blip r:embed="rId8">
            <a:alphaModFix/>
          </a:blip>
          <a:srcRect b="0" l="0" r="0" t="0"/>
          <a:stretch/>
        </p:blipFill>
        <p:spPr>
          <a:xfrm flipH="1" rot="5615465">
            <a:off x="1446303" y="5920371"/>
            <a:ext cx="1828800" cy="901700"/>
          </a:xfrm>
          <a:prstGeom prst="rect">
            <a:avLst/>
          </a:prstGeom>
          <a:noFill/>
          <a:ln>
            <a:noFill/>
          </a:ln>
        </p:spPr>
      </p:pic>
      <p:pic>
        <p:nvPicPr>
          <p:cNvPr id="419" name="Google Shape;419;p25"/>
          <p:cNvPicPr preferRelativeResize="0"/>
          <p:nvPr/>
        </p:nvPicPr>
        <p:blipFill rotWithShape="1">
          <a:blip r:embed="rId9">
            <a:alphaModFix/>
          </a:blip>
          <a:srcRect b="0" l="0" r="0" t="0"/>
          <a:stretch/>
        </p:blipFill>
        <p:spPr>
          <a:xfrm>
            <a:off x="1752600" y="5041950"/>
            <a:ext cx="533400" cy="533400"/>
          </a:xfrm>
          <a:prstGeom prst="rect">
            <a:avLst/>
          </a:prstGeom>
          <a:noFill/>
          <a:ln>
            <a:noFill/>
          </a:ln>
        </p:spPr>
      </p:pic>
      <p:sp>
        <p:nvSpPr>
          <p:cNvPr id="420" name="Google Shape;420;p25"/>
          <p:cNvSpPr txBox="1"/>
          <p:nvPr/>
        </p:nvSpPr>
        <p:spPr>
          <a:xfrm>
            <a:off x="812800" y="514350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900">
                <a:solidFill>
                  <a:srgbClr val="403C29"/>
                </a:solidFill>
                <a:latin typeface="Noto Sans"/>
                <a:ea typeface="Noto Sans"/>
                <a:cs typeface="Noto Sans"/>
                <a:sym typeface="Noto Sans"/>
              </a:rPr>
              <a:t>SPAIN</a:t>
            </a:r>
            <a:endParaRPr/>
          </a:p>
        </p:txBody>
      </p:sp>
      <p:grpSp>
        <p:nvGrpSpPr>
          <p:cNvPr id="421" name="Google Shape;421;p25"/>
          <p:cNvGrpSpPr/>
          <p:nvPr/>
        </p:nvGrpSpPr>
        <p:grpSpPr>
          <a:xfrm>
            <a:off x="152400" y="6248400"/>
            <a:ext cx="3479900" cy="3695700"/>
            <a:chOff x="1841500" y="2971800"/>
            <a:chExt cx="3479900" cy="3695700"/>
          </a:xfrm>
        </p:grpSpPr>
        <p:pic>
          <p:nvPicPr>
            <p:cNvPr id="422" name="Google Shape;422;p25"/>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200"/>
                </a:srgbClr>
              </a:outerShdw>
            </a:effectLst>
          </p:spPr>
        </p:pic>
        <p:sp>
          <p:nvSpPr>
            <p:cNvPr id="423" name="Google Shape;423;p25"/>
            <p:cNvSpPr txBox="1"/>
            <p:nvPr/>
          </p:nvSpPr>
          <p:spPr>
            <a:xfrm>
              <a:off x="2197100" y="32512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i="0" lang="en-US" sz="1500" u="none" cap="none" strike="noStrike">
                  <a:solidFill>
                    <a:srgbClr val="403C29"/>
                  </a:solidFill>
                  <a:latin typeface="Noto Sans"/>
                  <a:ea typeface="Noto Sans"/>
                  <a:cs typeface="Noto Sans"/>
                  <a:sym typeface="Noto Sans"/>
                </a:rPr>
                <a:t>S</a:t>
              </a:r>
              <a:r>
                <a:rPr b="1" lang="en-US" sz="1500">
                  <a:solidFill>
                    <a:srgbClr val="403C29"/>
                  </a:solidFill>
                  <a:latin typeface="Noto Sans"/>
                  <a:ea typeface="Noto Sans"/>
                  <a:cs typeface="Noto Sans"/>
                  <a:sym typeface="Noto Sans"/>
                </a:rPr>
                <a:t>PAIN</a:t>
              </a:r>
              <a:r>
                <a:rPr b="1" i="0" lang="en-US" sz="1500" u="none" cap="none" strike="noStrike">
                  <a:solidFill>
                    <a:srgbClr val="403C29"/>
                  </a:solidFill>
                  <a:latin typeface="Noto Sans"/>
                  <a:ea typeface="Noto Sans"/>
                  <a:cs typeface="Noto Sans"/>
                  <a:sym typeface="Noto Sans"/>
                </a:rPr>
                <a:t> STATUS</a:t>
              </a:r>
              <a:endParaRPr/>
            </a:p>
          </p:txBody>
        </p:sp>
        <p:sp>
          <p:nvSpPr>
            <p:cNvPr id="424" name="Google Shape;424;p25"/>
            <p:cNvSpPr txBox="1"/>
            <p:nvPr/>
          </p:nvSpPr>
          <p:spPr>
            <a:xfrm>
              <a:off x="2209800" y="35687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$1,215,686</a:t>
              </a:r>
              <a:endParaRPr/>
            </a:p>
          </p:txBody>
        </p:sp>
        <p:sp>
          <p:nvSpPr>
            <p:cNvPr id="425" name="Google Shape;425;p25"/>
            <p:cNvSpPr txBox="1"/>
            <p:nvPr/>
          </p:nvSpPr>
          <p:spPr>
            <a:xfrm>
              <a:off x="2197100" y="47117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26" name="Google Shape;426;p25"/>
            <p:cNvSpPr txBox="1"/>
            <p:nvPr/>
          </p:nvSpPr>
          <p:spPr>
            <a:xfrm>
              <a:off x="3695700" y="47244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27" name="Google Shape;427;p25"/>
          <p:cNvPicPr preferRelativeResize="0"/>
          <p:nvPr/>
        </p:nvPicPr>
        <p:blipFill rotWithShape="1">
          <a:blip r:embed="rId10">
            <a:alphaModFix/>
          </a:blip>
          <a:srcRect b="0" l="0" r="0" t="0"/>
          <a:stretch/>
        </p:blipFill>
        <p:spPr>
          <a:xfrm>
            <a:off x="6376700" y="6340100"/>
            <a:ext cx="368300" cy="368300"/>
          </a:xfrm>
          <a:prstGeom prst="rect">
            <a:avLst/>
          </a:prstGeom>
          <a:noFill/>
          <a:ln>
            <a:noFill/>
          </a:ln>
        </p:spPr>
      </p:pic>
      <p:sp>
        <p:nvSpPr>
          <p:cNvPr id="428" name="Google Shape;428;p25"/>
          <p:cNvSpPr txBox="1"/>
          <p:nvPr/>
        </p:nvSpPr>
        <p:spPr>
          <a:xfrm>
            <a:off x="6068271" y="6644295"/>
            <a:ext cx="927000" cy="2286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300">
                <a:solidFill>
                  <a:srgbClr val="403C29"/>
                </a:solidFill>
                <a:latin typeface="Noto Sans"/>
                <a:ea typeface="Noto Sans"/>
                <a:cs typeface="Noto Sans"/>
                <a:sym typeface="Noto Sans"/>
              </a:rPr>
              <a:t>Singapore</a:t>
            </a:r>
            <a:endParaRPr/>
          </a:p>
        </p:txBody>
      </p:sp>
      <p:grpSp>
        <p:nvGrpSpPr>
          <p:cNvPr id="429" name="Google Shape;429;p25"/>
          <p:cNvGrpSpPr/>
          <p:nvPr/>
        </p:nvGrpSpPr>
        <p:grpSpPr>
          <a:xfrm>
            <a:off x="2867950" y="4356100"/>
            <a:ext cx="1765300" cy="495300"/>
            <a:chOff x="6146700" y="6083300"/>
            <a:chExt cx="1765300" cy="495300"/>
          </a:xfrm>
        </p:grpSpPr>
        <p:pic>
          <p:nvPicPr>
            <p:cNvPr id="430" name="Google Shape;430;p25"/>
            <p:cNvPicPr preferRelativeResize="0"/>
            <p:nvPr/>
          </p:nvPicPr>
          <p:blipFill rotWithShape="1">
            <a:blip r:embed="rId14">
              <a:alphaModFix/>
            </a:blip>
            <a:srcRect b="0" l="0" r="0" t="0"/>
            <a:stretch/>
          </p:blipFill>
          <p:spPr>
            <a:xfrm>
              <a:off x="6146700" y="6083300"/>
              <a:ext cx="1765300" cy="495300"/>
            </a:xfrm>
            <a:prstGeom prst="rect">
              <a:avLst/>
            </a:prstGeom>
            <a:noFill/>
            <a:ln>
              <a:noFill/>
            </a:ln>
          </p:spPr>
        </p:pic>
        <p:sp>
          <p:nvSpPr>
            <p:cNvPr id="431" name="Google Shape;431;p25"/>
            <p:cNvSpPr txBox="1"/>
            <p:nvPr/>
          </p:nvSpPr>
          <p:spPr>
            <a:xfrm>
              <a:off x="6553050" y="6248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478,880</a:t>
              </a:r>
              <a:endParaRPr/>
            </a:p>
          </p:txBody>
        </p:sp>
        <p:pic>
          <p:nvPicPr>
            <p:cNvPr id="432" name="Google Shape;432;p25"/>
            <p:cNvPicPr preferRelativeResize="0"/>
            <p:nvPr/>
          </p:nvPicPr>
          <p:blipFill rotWithShape="1">
            <a:blip r:embed="rId12">
              <a:alphaModFix/>
            </a:blip>
            <a:srcRect b="0" l="0" r="0" t="0"/>
            <a:stretch/>
          </p:blipFill>
          <p:spPr>
            <a:xfrm>
              <a:off x="6260950" y="6235700"/>
              <a:ext cx="342900" cy="342900"/>
            </a:xfrm>
            <a:prstGeom prst="rect">
              <a:avLst/>
            </a:prstGeom>
            <a:noFill/>
            <a:ln>
              <a:noFill/>
            </a:ln>
          </p:spPr>
        </p:pic>
      </p:grpSp>
      <p:pic>
        <p:nvPicPr>
          <p:cNvPr id="433" name="Google Shape;433;p25"/>
          <p:cNvPicPr preferRelativeResize="0"/>
          <p:nvPr/>
        </p:nvPicPr>
        <p:blipFill>
          <a:blip r:embed="rId16">
            <a:alphaModFix/>
          </a:blip>
          <a:stretch>
            <a:fillRect/>
          </a:stretch>
        </p:blipFill>
        <p:spPr>
          <a:xfrm>
            <a:off x="1951600" y="2191550"/>
            <a:ext cx="1219200" cy="1219200"/>
          </a:xfrm>
          <a:prstGeom prst="rect">
            <a:avLst/>
          </a:prstGeom>
          <a:noFill/>
          <a:ln>
            <a:noFill/>
          </a:ln>
        </p:spPr>
      </p:pic>
      <p:pic>
        <p:nvPicPr>
          <p:cNvPr id="434" name="Google Shape;434;p25"/>
          <p:cNvPicPr preferRelativeResize="0"/>
          <p:nvPr/>
        </p:nvPicPr>
        <p:blipFill rotWithShape="1">
          <a:blip r:embed="rId17">
            <a:alphaModFix/>
          </a:blip>
          <a:srcRect b="0" l="0" r="0" t="9674"/>
          <a:stretch/>
        </p:blipFill>
        <p:spPr>
          <a:xfrm>
            <a:off x="1604992" y="8382000"/>
            <a:ext cx="1912408" cy="1155700"/>
          </a:xfrm>
          <a:prstGeom prst="rect">
            <a:avLst/>
          </a:prstGeom>
          <a:noFill/>
          <a:ln>
            <a:noFill/>
          </a:ln>
        </p:spPr>
      </p:pic>
      <p:pic>
        <p:nvPicPr>
          <p:cNvPr id="435" name="Google Shape;435;p25"/>
          <p:cNvPicPr preferRelativeResize="0"/>
          <p:nvPr/>
        </p:nvPicPr>
        <p:blipFill>
          <a:blip r:embed="rId18">
            <a:alphaModFix/>
          </a:blip>
          <a:stretch>
            <a:fillRect/>
          </a:stretch>
        </p:blipFill>
        <p:spPr>
          <a:xfrm>
            <a:off x="12247500" y="4129261"/>
            <a:ext cx="1451088" cy="1609377"/>
          </a:xfrm>
          <a:prstGeom prst="rect">
            <a:avLst/>
          </a:prstGeom>
          <a:noFill/>
          <a:ln>
            <a:noFill/>
          </a:ln>
        </p:spPr>
      </p:pic>
      <p:pic>
        <p:nvPicPr>
          <p:cNvPr id="436" name="Google Shape;436;p25"/>
          <p:cNvPicPr preferRelativeResize="0"/>
          <p:nvPr/>
        </p:nvPicPr>
        <p:blipFill>
          <a:blip r:embed="rId19">
            <a:alphaModFix/>
          </a:blip>
          <a:stretch>
            <a:fillRect/>
          </a:stretch>
        </p:blipFill>
        <p:spPr>
          <a:xfrm>
            <a:off x="357275" y="2191544"/>
            <a:ext cx="1244600" cy="1475082"/>
          </a:xfrm>
          <a:prstGeom prst="rect">
            <a:avLst/>
          </a:prstGeom>
          <a:noFill/>
          <a:ln>
            <a:noFill/>
          </a:ln>
        </p:spPr>
      </p:pic>
      <p:pic>
        <p:nvPicPr>
          <p:cNvPr id="437" name="Google Shape;437;p25"/>
          <p:cNvPicPr preferRelativeResize="0"/>
          <p:nvPr/>
        </p:nvPicPr>
        <p:blipFill rotWithShape="1">
          <a:blip r:embed="rId7">
            <a:alphaModFix/>
          </a:blip>
          <a:srcRect b="0" l="0" r="0" t="0"/>
          <a:stretch/>
        </p:blipFill>
        <p:spPr>
          <a:xfrm>
            <a:off x="481750" y="7573550"/>
            <a:ext cx="2705100" cy="38100"/>
          </a:xfrm>
          <a:prstGeom prst="rect">
            <a:avLst/>
          </a:prstGeom>
          <a:noFill/>
          <a:ln>
            <a:noFill/>
          </a:ln>
        </p:spPr>
      </p:pic>
      <p:pic>
        <p:nvPicPr>
          <p:cNvPr id="438" name="Google Shape;438;p25"/>
          <p:cNvPicPr preferRelativeResize="0"/>
          <p:nvPr/>
        </p:nvPicPr>
        <p:blipFill>
          <a:blip r:embed="rId20">
            <a:alphaModFix/>
          </a:blip>
          <a:stretch>
            <a:fillRect/>
          </a:stretch>
        </p:blipFill>
        <p:spPr>
          <a:xfrm>
            <a:off x="357274" y="8321078"/>
            <a:ext cx="1244600" cy="1466248"/>
          </a:xfrm>
          <a:prstGeom prst="rect">
            <a:avLst/>
          </a:prstGeom>
          <a:noFill/>
          <a:ln>
            <a:noFill/>
          </a:ln>
        </p:spPr>
      </p:pic>
      <p:pic>
        <p:nvPicPr>
          <p:cNvPr id="439" name="Google Shape;439;p25"/>
          <p:cNvPicPr preferRelativeResize="0"/>
          <p:nvPr/>
        </p:nvPicPr>
        <p:blipFill rotWithShape="1">
          <a:blip r:embed="rId7">
            <a:alphaModFix/>
          </a:blip>
          <a:srcRect b="0" l="0" r="0" t="0"/>
          <a:stretch/>
        </p:blipFill>
        <p:spPr>
          <a:xfrm>
            <a:off x="481750" y="1447800"/>
            <a:ext cx="2705100" cy="38100"/>
          </a:xfrm>
          <a:prstGeom prst="rect">
            <a:avLst/>
          </a:prstGeom>
          <a:noFill/>
          <a:ln>
            <a:noFill/>
          </a:ln>
        </p:spPr>
      </p:pic>
      <p:pic>
        <p:nvPicPr>
          <p:cNvPr id="440" name="Google Shape;440;p25"/>
          <p:cNvPicPr preferRelativeResize="0"/>
          <p:nvPr/>
        </p:nvPicPr>
        <p:blipFill rotWithShape="1">
          <a:blip r:embed="rId21">
            <a:alphaModFix/>
          </a:blip>
          <a:srcRect b="3975" l="0" r="0" t="0"/>
          <a:stretch/>
        </p:blipFill>
        <p:spPr>
          <a:xfrm>
            <a:off x="15598775" y="7357975"/>
            <a:ext cx="1200150" cy="129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444" name="Shape 444"/>
        <p:cNvGrpSpPr/>
        <p:nvPr/>
      </p:nvGrpSpPr>
      <p:grpSpPr>
        <a:xfrm>
          <a:off x="0" y="0"/>
          <a:ext cx="0" cy="0"/>
          <a:chOff x="0" y="0"/>
          <a:chExt cx="0" cy="0"/>
        </a:xfrm>
      </p:grpSpPr>
      <p:pic>
        <p:nvPicPr>
          <p:cNvPr id="445" name="Google Shape;445;p26"/>
          <p:cNvPicPr preferRelativeResize="0"/>
          <p:nvPr/>
        </p:nvPicPr>
        <p:blipFill rotWithShape="1">
          <a:blip r:embed="rId3">
            <a:alphaModFix/>
          </a:blip>
          <a:srcRect b="0" l="0" r="0" t="0"/>
          <a:stretch/>
        </p:blipFill>
        <p:spPr>
          <a:xfrm rot="10800000">
            <a:off x="152400" y="-57900"/>
            <a:ext cx="4940300" cy="2654300"/>
          </a:xfrm>
          <a:prstGeom prst="rect">
            <a:avLst/>
          </a:prstGeom>
          <a:noFill/>
          <a:ln>
            <a:noFill/>
          </a:ln>
        </p:spPr>
      </p:pic>
      <p:pic>
        <p:nvPicPr>
          <p:cNvPr id="446" name="Google Shape;446;p26"/>
          <p:cNvPicPr preferRelativeResize="0"/>
          <p:nvPr/>
        </p:nvPicPr>
        <p:blipFill rotWithShape="1">
          <a:blip r:embed="rId4">
            <a:alphaModFix/>
          </a:blip>
          <a:srcRect b="0" l="0" r="0" t="0"/>
          <a:stretch/>
        </p:blipFill>
        <p:spPr>
          <a:xfrm>
            <a:off x="1374025" y="2522375"/>
            <a:ext cx="13207999" cy="7200900"/>
          </a:xfrm>
          <a:prstGeom prst="rect">
            <a:avLst/>
          </a:prstGeom>
          <a:noFill/>
          <a:ln>
            <a:noFill/>
          </a:ln>
        </p:spPr>
      </p:pic>
      <p:pic>
        <p:nvPicPr>
          <p:cNvPr id="447" name="Google Shape;447;p26"/>
          <p:cNvPicPr preferRelativeResize="0"/>
          <p:nvPr/>
        </p:nvPicPr>
        <p:blipFill rotWithShape="1">
          <a:blip r:embed="rId5">
            <a:alphaModFix/>
          </a:blip>
          <a:srcRect b="0" l="0" r="0" t="0"/>
          <a:stretch/>
        </p:blipFill>
        <p:spPr>
          <a:xfrm flipH="1" rot="-5400000">
            <a:off x="1486772" y="2985924"/>
            <a:ext cx="1828800" cy="901700"/>
          </a:xfrm>
          <a:prstGeom prst="rect">
            <a:avLst/>
          </a:prstGeom>
          <a:noFill/>
          <a:ln>
            <a:noFill/>
          </a:ln>
        </p:spPr>
      </p:pic>
      <p:sp>
        <p:nvSpPr>
          <p:cNvPr id="448" name="Google Shape;448;p26"/>
          <p:cNvSpPr txBox="1"/>
          <p:nvPr/>
        </p:nvSpPr>
        <p:spPr>
          <a:xfrm>
            <a:off x="2362200" y="4293405"/>
            <a:ext cx="9270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UK</a:t>
            </a:r>
            <a:endParaRPr/>
          </a:p>
        </p:txBody>
      </p:sp>
      <p:sp>
        <p:nvSpPr>
          <p:cNvPr id="449" name="Google Shape;449;p26"/>
          <p:cNvSpPr txBox="1"/>
          <p:nvPr/>
        </p:nvSpPr>
        <p:spPr>
          <a:xfrm>
            <a:off x="1473193" y="478785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200">
                <a:solidFill>
                  <a:srgbClr val="403C29"/>
                </a:solidFill>
                <a:latin typeface="Noto Sans"/>
                <a:ea typeface="Noto Sans"/>
                <a:cs typeface="Noto Sans"/>
                <a:sym typeface="Noto Sans"/>
              </a:rPr>
              <a:t>FRANCE</a:t>
            </a:r>
            <a:endParaRPr sz="700"/>
          </a:p>
        </p:txBody>
      </p:sp>
      <p:sp>
        <p:nvSpPr>
          <p:cNvPr id="450" name="Google Shape;450;p26"/>
          <p:cNvSpPr txBox="1"/>
          <p:nvPr/>
        </p:nvSpPr>
        <p:spPr>
          <a:xfrm>
            <a:off x="6680200" y="56261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JAPAN</a:t>
            </a:r>
            <a:endParaRPr/>
          </a:p>
        </p:txBody>
      </p:sp>
      <p:sp>
        <p:nvSpPr>
          <p:cNvPr id="451" name="Google Shape;451;p26"/>
          <p:cNvSpPr txBox="1"/>
          <p:nvPr/>
        </p:nvSpPr>
        <p:spPr>
          <a:xfrm>
            <a:off x="6237561" y="8089900"/>
            <a:ext cx="11556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AUSTRALIA</a:t>
            </a:r>
            <a:endParaRPr/>
          </a:p>
        </p:txBody>
      </p:sp>
      <p:sp>
        <p:nvSpPr>
          <p:cNvPr id="452" name="Google Shape;452;p26"/>
          <p:cNvSpPr txBox="1"/>
          <p:nvPr/>
        </p:nvSpPr>
        <p:spPr>
          <a:xfrm>
            <a:off x="9860650" y="5077519"/>
            <a:ext cx="2793900" cy="33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200">
                <a:solidFill>
                  <a:srgbClr val="403C29"/>
                </a:solidFill>
                <a:latin typeface="Noto Sans"/>
                <a:ea typeface="Noto Sans"/>
                <a:cs typeface="Noto Sans"/>
                <a:sym typeface="Noto Sans"/>
              </a:rPr>
              <a:t>NORTH</a:t>
            </a:r>
            <a:endParaRPr b="1" sz="1200">
              <a:solidFill>
                <a:srgbClr val="403C29"/>
              </a:solidFill>
              <a:latin typeface="Noto Sans"/>
              <a:ea typeface="Noto Sans"/>
              <a:cs typeface="Noto Sans"/>
              <a:sym typeface="Noto Sans"/>
            </a:endParaRPr>
          </a:p>
          <a:p>
            <a:pPr indent="0" lvl="0" marL="0" marR="0" rtl="0" algn="ctr">
              <a:lnSpc>
                <a:spcPct val="100000"/>
              </a:lnSpc>
              <a:spcBef>
                <a:spcPts val="0"/>
              </a:spcBef>
              <a:spcAft>
                <a:spcPts val="0"/>
              </a:spcAft>
              <a:buNone/>
            </a:pPr>
            <a:r>
              <a:rPr b="1" i="0" lang="en-US" sz="1200" u="none" cap="none" strike="noStrike">
                <a:solidFill>
                  <a:srgbClr val="403C29"/>
                </a:solidFill>
                <a:latin typeface="Noto Sans"/>
                <a:ea typeface="Noto Sans"/>
                <a:cs typeface="Noto Sans"/>
                <a:sym typeface="Noto Sans"/>
              </a:rPr>
              <a:t>AMERICA</a:t>
            </a:r>
            <a:endParaRPr sz="700"/>
          </a:p>
        </p:txBody>
      </p:sp>
      <p:grpSp>
        <p:nvGrpSpPr>
          <p:cNvPr id="453" name="Google Shape;453;p26"/>
          <p:cNvGrpSpPr/>
          <p:nvPr/>
        </p:nvGrpSpPr>
        <p:grpSpPr>
          <a:xfrm>
            <a:off x="224975" y="124750"/>
            <a:ext cx="3479900" cy="3695700"/>
            <a:chOff x="1841500" y="2971800"/>
            <a:chExt cx="3479900" cy="3695700"/>
          </a:xfrm>
        </p:grpSpPr>
        <p:pic>
          <p:nvPicPr>
            <p:cNvPr id="454" name="Google Shape;454;p26"/>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200"/>
                </a:srgbClr>
              </a:outerShdw>
            </a:effectLst>
          </p:spPr>
        </p:pic>
        <p:sp>
          <p:nvSpPr>
            <p:cNvPr id="455" name="Google Shape;455;p26"/>
            <p:cNvSpPr txBox="1"/>
            <p:nvPr/>
          </p:nvSpPr>
          <p:spPr>
            <a:xfrm>
              <a:off x="2197100" y="32512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UK</a:t>
              </a:r>
              <a:r>
                <a:rPr b="1" i="0" lang="en-US" sz="1500" u="none" cap="none" strike="noStrike">
                  <a:solidFill>
                    <a:srgbClr val="403C29"/>
                  </a:solidFill>
                  <a:latin typeface="Noto Sans"/>
                  <a:ea typeface="Noto Sans"/>
                  <a:cs typeface="Noto Sans"/>
                  <a:sym typeface="Noto Sans"/>
                </a:rPr>
                <a:t> STATUS</a:t>
              </a:r>
              <a:endParaRPr/>
            </a:p>
          </p:txBody>
        </p:sp>
        <p:sp>
          <p:nvSpPr>
            <p:cNvPr id="456" name="Google Shape;456;p26"/>
            <p:cNvSpPr txBox="1"/>
            <p:nvPr/>
          </p:nvSpPr>
          <p:spPr>
            <a:xfrm>
              <a:off x="2209800" y="35687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$478,880</a:t>
              </a:r>
              <a:endParaRPr/>
            </a:p>
          </p:txBody>
        </p:sp>
        <p:sp>
          <p:nvSpPr>
            <p:cNvPr id="457" name="Google Shape;457;p26"/>
            <p:cNvSpPr txBox="1"/>
            <p:nvPr/>
          </p:nvSpPr>
          <p:spPr>
            <a:xfrm>
              <a:off x="2197100" y="47117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58" name="Google Shape;458;p26"/>
            <p:cNvSpPr txBox="1"/>
            <p:nvPr/>
          </p:nvSpPr>
          <p:spPr>
            <a:xfrm>
              <a:off x="3695700" y="47244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59" name="Google Shape;459;p26"/>
          <p:cNvPicPr preferRelativeResize="0"/>
          <p:nvPr/>
        </p:nvPicPr>
        <p:blipFill rotWithShape="1">
          <a:blip r:embed="rId7">
            <a:alphaModFix/>
          </a:blip>
          <a:srcRect b="0" l="0" r="0" t="0"/>
          <a:stretch/>
        </p:blipFill>
        <p:spPr>
          <a:xfrm>
            <a:off x="7708900" y="7759700"/>
            <a:ext cx="342900" cy="342900"/>
          </a:xfrm>
          <a:prstGeom prst="rect">
            <a:avLst/>
          </a:prstGeom>
          <a:noFill/>
          <a:ln>
            <a:noFill/>
          </a:ln>
        </p:spPr>
      </p:pic>
      <p:sp>
        <p:nvSpPr>
          <p:cNvPr id="460" name="Google Shape;460;p26"/>
          <p:cNvSpPr txBox="1"/>
          <p:nvPr/>
        </p:nvSpPr>
        <p:spPr>
          <a:xfrm>
            <a:off x="7683500" y="5232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188,168</a:t>
            </a:r>
            <a:endParaRPr/>
          </a:p>
        </p:txBody>
      </p:sp>
      <p:pic>
        <p:nvPicPr>
          <p:cNvPr id="461" name="Google Shape;461;p26"/>
          <p:cNvPicPr preferRelativeResize="0"/>
          <p:nvPr/>
        </p:nvPicPr>
        <p:blipFill rotWithShape="1">
          <a:blip r:embed="rId7">
            <a:alphaModFix/>
          </a:blip>
          <a:srcRect b="0" l="0" r="0" t="0"/>
          <a:stretch/>
        </p:blipFill>
        <p:spPr>
          <a:xfrm>
            <a:off x="7531100" y="5207000"/>
            <a:ext cx="342900" cy="342900"/>
          </a:xfrm>
          <a:prstGeom prst="rect">
            <a:avLst/>
          </a:prstGeom>
          <a:noFill/>
          <a:ln>
            <a:noFill/>
          </a:ln>
        </p:spPr>
      </p:pic>
      <p:pic>
        <p:nvPicPr>
          <p:cNvPr id="462" name="Google Shape;462;p26"/>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463" name="Google Shape;463;p26"/>
          <p:cNvSpPr txBox="1"/>
          <p:nvPr/>
        </p:nvSpPr>
        <p:spPr>
          <a:xfrm>
            <a:off x="16662400" y="1079500"/>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3600">
                <a:solidFill>
                  <a:srgbClr val="BBB288"/>
                </a:solidFill>
                <a:latin typeface="Noto Sans Thin"/>
                <a:ea typeface="Noto Sans Thin"/>
                <a:cs typeface="Noto Sans Thin"/>
                <a:sym typeface="Noto Sans Thin"/>
              </a:rPr>
              <a:t>12</a:t>
            </a:r>
            <a:endParaRPr/>
          </a:p>
        </p:txBody>
      </p:sp>
      <p:sp>
        <p:nvSpPr>
          <p:cNvPr id="464" name="Google Shape;464;p26"/>
          <p:cNvSpPr txBox="1"/>
          <p:nvPr/>
        </p:nvSpPr>
        <p:spPr>
          <a:xfrm>
            <a:off x="10477500" y="7251700"/>
            <a:ext cx="4940400" cy="279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t/>
            </a:r>
            <a:endParaRPr/>
          </a:p>
        </p:txBody>
      </p:sp>
      <p:sp>
        <p:nvSpPr>
          <p:cNvPr id="465" name="Google Shape;465;p26"/>
          <p:cNvSpPr txBox="1"/>
          <p:nvPr/>
        </p:nvSpPr>
        <p:spPr>
          <a:xfrm rot="-5400000">
            <a:off x="1450345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Regional Sales Performance</a:t>
            </a:r>
            <a:endParaRPr/>
          </a:p>
        </p:txBody>
      </p:sp>
      <p:sp>
        <p:nvSpPr>
          <p:cNvPr id="466" name="Google Shape;466;p26"/>
          <p:cNvSpPr txBox="1"/>
          <p:nvPr/>
        </p:nvSpPr>
        <p:spPr>
          <a:xfrm>
            <a:off x="348200" y="7873125"/>
            <a:ext cx="5092800" cy="1987500"/>
          </a:xfrm>
          <a:prstGeom prst="rect">
            <a:avLst/>
          </a:prstGeom>
          <a:solidFill>
            <a:srgbClr val="AAA17D">
              <a:alpha val="50629"/>
            </a:srgbClr>
          </a:solidFill>
          <a:ln cap="flat" cmpd="sng" w="9525">
            <a:solidFill>
              <a:srgbClr val="746B4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UK:</a:t>
            </a:r>
            <a:r>
              <a:rPr lang="en-US">
                <a:solidFill>
                  <a:srgbClr val="746B42"/>
                </a:solidFill>
                <a:latin typeface="Century Gothic"/>
                <a:ea typeface="Century Gothic"/>
                <a:cs typeface="Century Gothic"/>
                <a:sym typeface="Century Gothic"/>
              </a:rPr>
              <a:t> Planes and Ships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Japan:</a:t>
            </a:r>
            <a:r>
              <a:rPr lang="en-US">
                <a:solidFill>
                  <a:srgbClr val="746B42"/>
                </a:solidFill>
                <a:latin typeface="Century Gothic"/>
                <a:ea typeface="Century Gothic"/>
                <a:cs typeface="Century Gothic"/>
                <a:sym typeface="Century Gothic"/>
              </a:rPr>
              <a:t> Planes and Motorcycles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Singapore: </a:t>
            </a:r>
            <a:r>
              <a:rPr lang="en-US">
                <a:solidFill>
                  <a:srgbClr val="746B42"/>
                </a:solidFill>
                <a:latin typeface="Century Gothic"/>
                <a:ea typeface="Century Gothic"/>
                <a:cs typeface="Century Gothic"/>
                <a:sym typeface="Century Gothic"/>
              </a:rPr>
              <a:t>Trucks and Buses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Australia : </a:t>
            </a:r>
            <a:r>
              <a:rPr lang="en-US">
                <a:solidFill>
                  <a:srgbClr val="746B42"/>
                </a:solidFill>
                <a:latin typeface="Century Gothic"/>
                <a:ea typeface="Century Gothic"/>
                <a:cs typeface="Century Gothic"/>
                <a:sym typeface="Century Gothic"/>
              </a:rPr>
              <a:t>Motorcycles, Trucks, Buses, Planes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South America:</a:t>
            </a:r>
            <a:r>
              <a:rPr lang="en-US">
                <a:solidFill>
                  <a:srgbClr val="746B42"/>
                </a:solidFill>
                <a:latin typeface="Century Gothic"/>
                <a:ea typeface="Century Gothic"/>
                <a:cs typeface="Century Gothic"/>
                <a:sym typeface="Century Gothic"/>
              </a:rPr>
              <a:t> Trucks, Buses, Planes</a:t>
            </a:r>
            <a:endParaRPr>
              <a:solidFill>
                <a:srgbClr val="746B42"/>
              </a:solidFill>
              <a:latin typeface="Century Gothic"/>
              <a:ea typeface="Century Gothic"/>
              <a:cs typeface="Century Gothic"/>
              <a:sym typeface="Century Gothic"/>
            </a:endParaRPr>
          </a:p>
        </p:txBody>
      </p:sp>
      <p:pic>
        <p:nvPicPr>
          <p:cNvPr id="467" name="Google Shape;467;p26"/>
          <p:cNvPicPr preferRelativeResize="0"/>
          <p:nvPr/>
        </p:nvPicPr>
        <p:blipFill rotWithShape="1">
          <a:blip r:embed="rId5">
            <a:alphaModFix/>
          </a:blip>
          <a:srcRect b="0" l="0" r="0" t="0"/>
          <a:stretch/>
        </p:blipFill>
        <p:spPr>
          <a:xfrm flipH="1" rot="-5257336">
            <a:off x="5846047" y="4325683"/>
            <a:ext cx="1828800" cy="901700"/>
          </a:xfrm>
          <a:prstGeom prst="rect">
            <a:avLst/>
          </a:prstGeom>
          <a:noFill/>
          <a:ln>
            <a:noFill/>
          </a:ln>
        </p:spPr>
      </p:pic>
      <p:sp>
        <p:nvSpPr>
          <p:cNvPr id="468" name="Google Shape;468;p26"/>
          <p:cNvSpPr txBox="1"/>
          <p:nvPr/>
        </p:nvSpPr>
        <p:spPr>
          <a:xfrm>
            <a:off x="812800" y="5143500"/>
            <a:ext cx="10146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SPAIN</a:t>
            </a:r>
            <a:endParaRPr sz="800"/>
          </a:p>
        </p:txBody>
      </p:sp>
      <p:grpSp>
        <p:nvGrpSpPr>
          <p:cNvPr id="469" name="Google Shape;469;p26"/>
          <p:cNvGrpSpPr/>
          <p:nvPr/>
        </p:nvGrpSpPr>
        <p:grpSpPr>
          <a:xfrm>
            <a:off x="4114700" y="191225"/>
            <a:ext cx="3479900" cy="3695700"/>
            <a:chOff x="152400" y="6248400"/>
            <a:chExt cx="3479900" cy="3695700"/>
          </a:xfrm>
        </p:grpSpPr>
        <p:pic>
          <p:nvPicPr>
            <p:cNvPr id="470" name="Google Shape;470;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71" name="Google Shape;471;p26"/>
            <p:cNvSpPr txBox="1"/>
            <p:nvPr/>
          </p:nvSpPr>
          <p:spPr>
            <a:xfrm>
              <a:off x="508000" y="65278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JAPAN</a:t>
              </a:r>
              <a:r>
                <a:rPr b="1" i="0" lang="en-US" sz="1500" u="none" cap="none" strike="noStrike">
                  <a:solidFill>
                    <a:srgbClr val="403C29"/>
                  </a:solidFill>
                  <a:latin typeface="Noto Sans"/>
                  <a:ea typeface="Noto Sans"/>
                  <a:cs typeface="Noto Sans"/>
                  <a:sym typeface="Noto Sans"/>
                </a:rPr>
                <a:t> STATUS</a:t>
              </a:r>
              <a:endParaRPr/>
            </a:p>
          </p:txBody>
        </p:sp>
        <p:sp>
          <p:nvSpPr>
            <p:cNvPr id="472" name="Google Shape;472;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$188,168</a:t>
              </a:r>
              <a:endParaRPr/>
            </a:p>
          </p:txBody>
        </p:sp>
        <p:sp>
          <p:nvSpPr>
            <p:cNvPr id="473" name="Google Shape;473;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74" name="Google Shape;474;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sp>
        <p:nvSpPr>
          <p:cNvPr id="475" name="Google Shape;475;p26"/>
          <p:cNvSpPr txBox="1"/>
          <p:nvPr/>
        </p:nvSpPr>
        <p:spPr>
          <a:xfrm>
            <a:off x="6068271" y="6644295"/>
            <a:ext cx="927000" cy="2286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300">
                <a:solidFill>
                  <a:srgbClr val="403C29"/>
                </a:solidFill>
                <a:latin typeface="Noto Sans"/>
                <a:ea typeface="Noto Sans"/>
                <a:cs typeface="Noto Sans"/>
                <a:sym typeface="Noto Sans"/>
              </a:rPr>
              <a:t>Singapore</a:t>
            </a:r>
            <a:endParaRPr/>
          </a:p>
        </p:txBody>
      </p:sp>
      <p:pic>
        <p:nvPicPr>
          <p:cNvPr id="476" name="Google Shape;476;p26"/>
          <p:cNvPicPr preferRelativeResize="0"/>
          <p:nvPr/>
        </p:nvPicPr>
        <p:blipFill rotWithShape="1">
          <a:blip r:embed="rId8">
            <a:alphaModFix/>
          </a:blip>
          <a:srcRect b="0" l="0" r="0" t="0"/>
          <a:stretch/>
        </p:blipFill>
        <p:spPr>
          <a:xfrm>
            <a:off x="481750" y="7573550"/>
            <a:ext cx="2705100" cy="38100"/>
          </a:xfrm>
          <a:prstGeom prst="rect">
            <a:avLst/>
          </a:prstGeom>
          <a:noFill/>
          <a:ln>
            <a:noFill/>
          </a:ln>
        </p:spPr>
      </p:pic>
      <p:pic>
        <p:nvPicPr>
          <p:cNvPr id="477" name="Google Shape;477;p26"/>
          <p:cNvPicPr preferRelativeResize="0"/>
          <p:nvPr/>
        </p:nvPicPr>
        <p:blipFill>
          <a:blip r:embed="rId9">
            <a:alphaModFix/>
          </a:blip>
          <a:stretch>
            <a:fillRect/>
          </a:stretch>
        </p:blipFill>
        <p:spPr>
          <a:xfrm>
            <a:off x="1733600" y="2205376"/>
            <a:ext cx="1612265" cy="1298750"/>
          </a:xfrm>
          <a:prstGeom prst="rect">
            <a:avLst/>
          </a:prstGeom>
          <a:noFill/>
          <a:ln>
            <a:noFill/>
          </a:ln>
        </p:spPr>
      </p:pic>
      <p:pic>
        <p:nvPicPr>
          <p:cNvPr id="478" name="Google Shape;478;p26"/>
          <p:cNvPicPr preferRelativeResize="0"/>
          <p:nvPr/>
        </p:nvPicPr>
        <p:blipFill rotWithShape="1">
          <a:blip r:embed="rId10">
            <a:alphaModFix/>
          </a:blip>
          <a:srcRect b="0" l="0" r="0" t="0"/>
          <a:stretch/>
        </p:blipFill>
        <p:spPr>
          <a:xfrm>
            <a:off x="2438400" y="4768850"/>
            <a:ext cx="368300" cy="368300"/>
          </a:xfrm>
          <a:prstGeom prst="rect">
            <a:avLst/>
          </a:prstGeom>
          <a:noFill/>
          <a:ln>
            <a:noFill/>
          </a:ln>
        </p:spPr>
      </p:pic>
      <p:pic>
        <p:nvPicPr>
          <p:cNvPr id="479" name="Google Shape;479;p26"/>
          <p:cNvPicPr preferRelativeResize="0"/>
          <p:nvPr/>
        </p:nvPicPr>
        <p:blipFill rotWithShape="1">
          <a:blip r:embed="rId10">
            <a:alphaModFix/>
          </a:blip>
          <a:srcRect b="0" l="0" r="0" t="0"/>
          <a:stretch/>
        </p:blipFill>
        <p:spPr>
          <a:xfrm>
            <a:off x="1834923" y="5172822"/>
            <a:ext cx="368300" cy="368300"/>
          </a:xfrm>
          <a:prstGeom prst="rect">
            <a:avLst/>
          </a:prstGeom>
          <a:noFill/>
          <a:ln>
            <a:noFill/>
          </a:ln>
        </p:spPr>
      </p:pic>
      <p:pic>
        <p:nvPicPr>
          <p:cNvPr id="480" name="Google Shape;480;p26"/>
          <p:cNvPicPr preferRelativeResize="0"/>
          <p:nvPr/>
        </p:nvPicPr>
        <p:blipFill rotWithShape="1">
          <a:blip r:embed="rId11">
            <a:alphaModFix/>
          </a:blip>
          <a:srcRect b="0" l="0" r="0" t="0"/>
          <a:stretch/>
        </p:blipFill>
        <p:spPr>
          <a:xfrm>
            <a:off x="2559000" y="3827050"/>
            <a:ext cx="533400" cy="533400"/>
          </a:xfrm>
          <a:prstGeom prst="rect">
            <a:avLst/>
          </a:prstGeom>
          <a:noFill/>
          <a:ln>
            <a:noFill/>
          </a:ln>
        </p:spPr>
      </p:pic>
      <p:pic>
        <p:nvPicPr>
          <p:cNvPr id="481" name="Google Shape;481;p26"/>
          <p:cNvPicPr preferRelativeResize="0"/>
          <p:nvPr/>
        </p:nvPicPr>
        <p:blipFill rotWithShape="1">
          <a:blip r:embed="rId10">
            <a:alphaModFix/>
          </a:blip>
          <a:srcRect b="0" l="0" r="0" t="0"/>
          <a:stretch/>
        </p:blipFill>
        <p:spPr>
          <a:xfrm>
            <a:off x="11073450" y="4589813"/>
            <a:ext cx="368300" cy="368300"/>
          </a:xfrm>
          <a:prstGeom prst="rect">
            <a:avLst/>
          </a:prstGeom>
          <a:noFill/>
          <a:ln>
            <a:noFill/>
          </a:ln>
        </p:spPr>
      </p:pic>
      <p:pic>
        <p:nvPicPr>
          <p:cNvPr id="482" name="Google Shape;482;p26"/>
          <p:cNvPicPr preferRelativeResize="0"/>
          <p:nvPr/>
        </p:nvPicPr>
        <p:blipFill rotWithShape="1">
          <a:blip r:embed="rId5">
            <a:alphaModFix/>
          </a:blip>
          <a:srcRect b="0" l="0" r="0" t="0"/>
          <a:stretch/>
        </p:blipFill>
        <p:spPr>
          <a:xfrm rot="-10799999">
            <a:off x="7278104" y="8206625"/>
            <a:ext cx="2902525" cy="901699"/>
          </a:xfrm>
          <a:prstGeom prst="rect">
            <a:avLst/>
          </a:prstGeom>
          <a:noFill/>
          <a:ln>
            <a:noFill/>
          </a:ln>
        </p:spPr>
      </p:pic>
      <p:grpSp>
        <p:nvGrpSpPr>
          <p:cNvPr id="483" name="Google Shape;483;p26"/>
          <p:cNvGrpSpPr/>
          <p:nvPr/>
        </p:nvGrpSpPr>
        <p:grpSpPr>
          <a:xfrm>
            <a:off x="10097100" y="6527700"/>
            <a:ext cx="3479900" cy="3695700"/>
            <a:chOff x="152400" y="6248400"/>
            <a:chExt cx="3479900" cy="3695700"/>
          </a:xfrm>
        </p:grpSpPr>
        <p:pic>
          <p:nvPicPr>
            <p:cNvPr id="484" name="Google Shape;484;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85" name="Google Shape;485;p26"/>
            <p:cNvSpPr txBox="1"/>
            <p:nvPr/>
          </p:nvSpPr>
          <p:spPr>
            <a:xfrm>
              <a:off x="508000" y="6527800"/>
              <a:ext cx="2380800" cy="279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AUSTRALIA </a:t>
              </a:r>
              <a:r>
                <a:rPr b="1" i="0" lang="en-US" sz="1500" u="none" cap="none" strike="noStrike">
                  <a:solidFill>
                    <a:srgbClr val="403C29"/>
                  </a:solidFill>
                  <a:latin typeface="Noto Sans"/>
                  <a:ea typeface="Noto Sans"/>
                  <a:cs typeface="Noto Sans"/>
                  <a:sym typeface="Noto Sans"/>
                </a:rPr>
                <a:t>STATUS</a:t>
              </a:r>
              <a:endParaRPr/>
            </a:p>
          </p:txBody>
        </p:sp>
        <p:sp>
          <p:nvSpPr>
            <p:cNvPr id="486" name="Google Shape;486;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$630,623</a:t>
              </a:r>
              <a:endParaRPr/>
            </a:p>
          </p:txBody>
        </p:sp>
        <p:sp>
          <p:nvSpPr>
            <p:cNvPr id="487" name="Google Shape;487;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88" name="Google Shape;488;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grpSp>
        <p:nvGrpSpPr>
          <p:cNvPr id="489" name="Google Shape;489;p26"/>
          <p:cNvGrpSpPr/>
          <p:nvPr/>
        </p:nvGrpSpPr>
        <p:grpSpPr>
          <a:xfrm>
            <a:off x="7942375" y="261950"/>
            <a:ext cx="3479900" cy="3695700"/>
            <a:chOff x="152400" y="6248400"/>
            <a:chExt cx="3479900" cy="3695700"/>
          </a:xfrm>
        </p:grpSpPr>
        <p:pic>
          <p:nvPicPr>
            <p:cNvPr id="490" name="Google Shape;490;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91" name="Google Shape;491;p26"/>
            <p:cNvSpPr txBox="1"/>
            <p:nvPr/>
          </p:nvSpPr>
          <p:spPr>
            <a:xfrm>
              <a:off x="508000" y="6527800"/>
              <a:ext cx="2337300" cy="216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i="0" lang="en-US" sz="1500" u="none" cap="none" strike="noStrike">
                  <a:solidFill>
                    <a:srgbClr val="403C29"/>
                  </a:solidFill>
                  <a:latin typeface="Noto Sans"/>
                  <a:ea typeface="Noto Sans"/>
                  <a:cs typeface="Noto Sans"/>
                  <a:sym typeface="Noto Sans"/>
                </a:rPr>
                <a:t>S</a:t>
              </a:r>
              <a:r>
                <a:rPr b="1" lang="en-US" sz="1500">
                  <a:solidFill>
                    <a:srgbClr val="403C29"/>
                  </a:solidFill>
                  <a:latin typeface="Noto Sans"/>
                  <a:ea typeface="Noto Sans"/>
                  <a:cs typeface="Noto Sans"/>
                  <a:sym typeface="Noto Sans"/>
                </a:rPr>
                <a:t>INGAPORE </a:t>
              </a:r>
              <a:r>
                <a:rPr b="1" i="0" lang="en-US" sz="1500" u="none" cap="none" strike="noStrike">
                  <a:solidFill>
                    <a:srgbClr val="403C29"/>
                  </a:solidFill>
                  <a:latin typeface="Noto Sans"/>
                  <a:ea typeface="Noto Sans"/>
                  <a:cs typeface="Noto Sans"/>
                  <a:sym typeface="Noto Sans"/>
                </a:rPr>
                <a:t>STATUS</a:t>
              </a:r>
              <a:endParaRPr/>
            </a:p>
          </p:txBody>
        </p:sp>
        <p:sp>
          <p:nvSpPr>
            <p:cNvPr id="492" name="Google Shape;492;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$288,488</a:t>
              </a:r>
              <a:endParaRPr/>
            </a:p>
          </p:txBody>
        </p:sp>
        <p:sp>
          <p:nvSpPr>
            <p:cNvPr id="493" name="Google Shape;493;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94" name="Google Shape;494;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cxnSp>
        <p:nvCxnSpPr>
          <p:cNvPr id="495" name="Google Shape;495;p26"/>
          <p:cNvCxnSpPr/>
          <p:nvPr/>
        </p:nvCxnSpPr>
        <p:spPr>
          <a:xfrm flipH="1" rot="10800000">
            <a:off x="6525894" y="6150634"/>
            <a:ext cx="2754900" cy="528600"/>
          </a:xfrm>
          <a:prstGeom prst="straightConnector1">
            <a:avLst/>
          </a:prstGeom>
          <a:noFill/>
          <a:ln cap="flat" cmpd="sng" w="9525">
            <a:solidFill>
              <a:schemeClr val="dk1"/>
            </a:solidFill>
            <a:prstDash val="dash"/>
            <a:round/>
            <a:headEnd len="med" w="med" type="none"/>
            <a:tailEnd len="med" w="med" type="none"/>
          </a:ln>
        </p:spPr>
      </p:cxnSp>
      <p:cxnSp>
        <p:nvCxnSpPr>
          <p:cNvPr id="496" name="Google Shape;496;p26"/>
          <p:cNvCxnSpPr>
            <a:endCxn id="490" idx="2"/>
          </p:cNvCxnSpPr>
          <p:nvPr/>
        </p:nvCxnSpPr>
        <p:spPr>
          <a:xfrm flipH="1" rot="10800000">
            <a:off x="9290075" y="3957650"/>
            <a:ext cx="379500" cy="2211300"/>
          </a:xfrm>
          <a:prstGeom prst="straightConnector1">
            <a:avLst/>
          </a:prstGeom>
          <a:noFill/>
          <a:ln cap="flat" cmpd="sng" w="9525">
            <a:solidFill>
              <a:schemeClr val="dk1"/>
            </a:solidFill>
            <a:prstDash val="dash"/>
            <a:round/>
            <a:headEnd len="med" w="med" type="none"/>
            <a:tailEnd len="med" w="med" type="none"/>
          </a:ln>
        </p:spPr>
      </p:cxnSp>
      <p:pic>
        <p:nvPicPr>
          <p:cNvPr id="497" name="Google Shape;497;p26"/>
          <p:cNvPicPr preferRelativeResize="0"/>
          <p:nvPr/>
        </p:nvPicPr>
        <p:blipFill rotWithShape="1">
          <a:blip r:embed="rId8">
            <a:alphaModFix/>
          </a:blip>
          <a:srcRect b="0" l="0" r="0" t="0"/>
          <a:stretch/>
        </p:blipFill>
        <p:spPr>
          <a:xfrm>
            <a:off x="8329775" y="1573400"/>
            <a:ext cx="2705100" cy="38100"/>
          </a:xfrm>
          <a:prstGeom prst="rect">
            <a:avLst/>
          </a:prstGeom>
          <a:noFill/>
          <a:ln>
            <a:noFill/>
          </a:ln>
        </p:spPr>
      </p:pic>
      <p:pic>
        <p:nvPicPr>
          <p:cNvPr id="498" name="Google Shape;498;p26"/>
          <p:cNvPicPr preferRelativeResize="0"/>
          <p:nvPr/>
        </p:nvPicPr>
        <p:blipFill rotWithShape="1">
          <a:blip r:embed="rId8">
            <a:alphaModFix/>
          </a:blip>
          <a:srcRect b="0" l="0" r="0" t="0"/>
          <a:stretch/>
        </p:blipFill>
        <p:spPr>
          <a:xfrm>
            <a:off x="4572000" y="1602875"/>
            <a:ext cx="2705100" cy="38100"/>
          </a:xfrm>
          <a:prstGeom prst="rect">
            <a:avLst/>
          </a:prstGeom>
          <a:noFill/>
          <a:ln>
            <a:noFill/>
          </a:ln>
        </p:spPr>
      </p:pic>
      <p:pic>
        <p:nvPicPr>
          <p:cNvPr id="499" name="Google Shape;499;p26"/>
          <p:cNvPicPr preferRelativeResize="0"/>
          <p:nvPr/>
        </p:nvPicPr>
        <p:blipFill rotWithShape="1">
          <a:blip r:embed="rId8">
            <a:alphaModFix/>
          </a:blip>
          <a:srcRect b="0" l="0" r="0" t="0"/>
          <a:stretch/>
        </p:blipFill>
        <p:spPr>
          <a:xfrm>
            <a:off x="481750" y="1378000"/>
            <a:ext cx="2705100" cy="38100"/>
          </a:xfrm>
          <a:prstGeom prst="rect">
            <a:avLst/>
          </a:prstGeom>
          <a:noFill/>
          <a:ln>
            <a:noFill/>
          </a:ln>
        </p:spPr>
      </p:pic>
      <p:pic>
        <p:nvPicPr>
          <p:cNvPr id="500" name="Google Shape;500;p26"/>
          <p:cNvPicPr preferRelativeResize="0"/>
          <p:nvPr/>
        </p:nvPicPr>
        <p:blipFill rotWithShape="1">
          <a:blip r:embed="rId8">
            <a:alphaModFix/>
          </a:blip>
          <a:srcRect b="0" l="0" r="0" t="0"/>
          <a:stretch/>
        </p:blipFill>
        <p:spPr>
          <a:xfrm>
            <a:off x="10484500" y="7873125"/>
            <a:ext cx="2705100" cy="38100"/>
          </a:xfrm>
          <a:prstGeom prst="rect">
            <a:avLst/>
          </a:prstGeom>
          <a:noFill/>
          <a:ln>
            <a:noFill/>
          </a:ln>
        </p:spPr>
      </p:pic>
      <p:pic>
        <p:nvPicPr>
          <p:cNvPr id="501" name="Google Shape;501;p26"/>
          <p:cNvPicPr preferRelativeResize="0"/>
          <p:nvPr/>
        </p:nvPicPr>
        <p:blipFill rotWithShape="1">
          <a:blip r:embed="rId11">
            <a:alphaModFix/>
          </a:blip>
          <a:srcRect b="0" l="0" r="0" t="0"/>
          <a:stretch/>
        </p:blipFill>
        <p:spPr>
          <a:xfrm>
            <a:off x="6857741" y="5139193"/>
            <a:ext cx="533400" cy="533400"/>
          </a:xfrm>
          <a:prstGeom prst="rect">
            <a:avLst/>
          </a:prstGeom>
          <a:noFill/>
          <a:ln>
            <a:noFill/>
          </a:ln>
        </p:spPr>
      </p:pic>
      <p:pic>
        <p:nvPicPr>
          <p:cNvPr id="502" name="Google Shape;502;p26"/>
          <p:cNvPicPr preferRelativeResize="0"/>
          <p:nvPr/>
        </p:nvPicPr>
        <p:blipFill rotWithShape="1">
          <a:blip r:embed="rId11">
            <a:alphaModFix/>
          </a:blip>
          <a:srcRect b="0" l="0" r="0" t="0"/>
          <a:stretch/>
        </p:blipFill>
        <p:spPr>
          <a:xfrm>
            <a:off x="6265075" y="6191097"/>
            <a:ext cx="533400" cy="533400"/>
          </a:xfrm>
          <a:prstGeom prst="rect">
            <a:avLst/>
          </a:prstGeom>
          <a:noFill/>
          <a:ln>
            <a:noFill/>
          </a:ln>
        </p:spPr>
      </p:pic>
      <p:pic>
        <p:nvPicPr>
          <p:cNvPr id="503" name="Google Shape;503;p26"/>
          <p:cNvPicPr preferRelativeResize="0"/>
          <p:nvPr/>
        </p:nvPicPr>
        <p:blipFill rotWithShape="1">
          <a:blip r:embed="rId11">
            <a:alphaModFix/>
          </a:blip>
          <a:srcRect b="0" l="0" r="0" t="0"/>
          <a:stretch/>
        </p:blipFill>
        <p:spPr>
          <a:xfrm>
            <a:off x="7094444" y="7747933"/>
            <a:ext cx="533400" cy="533400"/>
          </a:xfrm>
          <a:prstGeom prst="rect">
            <a:avLst/>
          </a:prstGeom>
          <a:noFill/>
          <a:ln>
            <a:noFill/>
          </a:ln>
        </p:spPr>
      </p:pic>
      <p:pic>
        <p:nvPicPr>
          <p:cNvPr id="504" name="Google Shape;504;p26"/>
          <p:cNvPicPr preferRelativeResize="0"/>
          <p:nvPr/>
        </p:nvPicPr>
        <p:blipFill>
          <a:blip r:embed="rId12">
            <a:alphaModFix/>
          </a:blip>
          <a:stretch>
            <a:fillRect/>
          </a:stretch>
        </p:blipFill>
        <p:spPr>
          <a:xfrm>
            <a:off x="5865025" y="2136975"/>
            <a:ext cx="1526125" cy="1448274"/>
          </a:xfrm>
          <a:prstGeom prst="rect">
            <a:avLst/>
          </a:prstGeom>
          <a:noFill/>
          <a:ln>
            <a:noFill/>
          </a:ln>
        </p:spPr>
      </p:pic>
      <p:pic>
        <p:nvPicPr>
          <p:cNvPr id="505" name="Google Shape;505;p26"/>
          <p:cNvPicPr preferRelativeResize="0"/>
          <p:nvPr/>
        </p:nvPicPr>
        <p:blipFill>
          <a:blip r:embed="rId13">
            <a:alphaModFix/>
          </a:blip>
          <a:stretch>
            <a:fillRect/>
          </a:stretch>
        </p:blipFill>
        <p:spPr>
          <a:xfrm>
            <a:off x="9613638" y="2229100"/>
            <a:ext cx="1370112" cy="1298756"/>
          </a:xfrm>
          <a:prstGeom prst="rect">
            <a:avLst/>
          </a:prstGeom>
          <a:noFill/>
          <a:ln>
            <a:noFill/>
          </a:ln>
        </p:spPr>
      </p:pic>
      <p:pic>
        <p:nvPicPr>
          <p:cNvPr id="506" name="Google Shape;506;p26"/>
          <p:cNvPicPr preferRelativeResize="0"/>
          <p:nvPr/>
        </p:nvPicPr>
        <p:blipFill>
          <a:blip r:embed="rId14">
            <a:alphaModFix/>
          </a:blip>
          <a:stretch>
            <a:fillRect/>
          </a:stretch>
        </p:blipFill>
        <p:spPr>
          <a:xfrm>
            <a:off x="11663484" y="8516892"/>
            <a:ext cx="1526125" cy="1541858"/>
          </a:xfrm>
          <a:prstGeom prst="rect">
            <a:avLst/>
          </a:prstGeom>
          <a:noFill/>
          <a:ln>
            <a:noFill/>
          </a:ln>
        </p:spPr>
      </p:pic>
      <p:pic>
        <p:nvPicPr>
          <p:cNvPr id="507" name="Google Shape;507;p26"/>
          <p:cNvPicPr preferRelativeResize="0"/>
          <p:nvPr/>
        </p:nvPicPr>
        <p:blipFill rotWithShape="1">
          <a:blip r:embed="rId15">
            <a:alphaModFix/>
          </a:blip>
          <a:srcRect b="3975" l="0" r="0" t="0"/>
          <a:stretch/>
        </p:blipFill>
        <p:spPr>
          <a:xfrm>
            <a:off x="5441000" y="8539075"/>
            <a:ext cx="1200150" cy="1298750"/>
          </a:xfrm>
          <a:prstGeom prst="rect">
            <a:avLst/>
          </a:prstGeom>
          <a:noFill/>
          <a:ln>
            <a:noFill/>
          </a:ln>
        </p:spPr>
      </p:pic>
      <p:pic>
        <p:nvPicPr>
          <p:cNvPr id="508" name="Google Shape;508;p26"/>
          <p:cNvPicPr preferRelativeResize="0"/>
          <p:nvPr/>
        </p:nvPicPr>
        <p:blipFill>
          <a:blip r:embed="rId16">
            <a:alphaModFix/>
          </a:blip>
          <a:stretch>
            <a:fillRect/>
          </a:stretch>
        </p:blipFill>
        <p:spPr>
          <a:xfrm>
            <a:off x="415375" y="2161898"/>
            <a:ext cx="1451100" cy="1598767"/>
          </a:xfrm>
          <a:prstGeom prst="rect">
            <a:avLst/>
          </a:prstGeom>
          <a:noFill/>
          <a:ln>
            <a:noFill/>
          </a:ln>
        </p:spPr>
      </p:pic>
      <p:pic>
        <p:nvPicPr>
          <p:cNvPr id="509" name="Google Shape;509;p26"/>
          <p:cNvPicPr preferRelativeResize="0"/>
          <p:nvPr/>
        </p:nvPicPr>
        <p:blipFill>
          <a:blip r:embed="rId17">
            <a:alphaModFix/>
          </a:blip>
          <a:stretch>
            <a:fillRect/>
          </a:stretch>
        </p:blipFill>
        <p:spPr>
          <a:xfrm>
            <a:off x="4395613" y="2146245"/>
            <a:ext cx="1121125" cy="1694882"/>
          </a:xfrm>
          <a:prstGeom prst="rect">
            <a:avLst/>
          </a:prstGeom>
          <a:noFill/>
          <a:ln>
            <a:noFill/>
          </a:ln>
        </p:spPr>
      </p:pic>
      <p:pic>
        <p:nvPicPr>
          <p:cNvPr id="510" name="Google Shape;510;p26"/>
          <p:cNvPicPr preferRelativeResize="0"/>
          <p:nvPr/>
        </p:nvPicPr>
        <p:blipFill>
          <a:blip r:embed="rId18">
            <a:alphaModFix/>
          </a:blip>
          <a:stretch>
            <a:fillRect/>
          </a:stretch>
        </p:blipFill>
        <p:spPr>
          <a:xfrm>
            <a:off x="8169953" y="2222950"/>
            <a:ext cx="1397323" cy="1603175"/>
          </a:xfrm>
          <a:prstGeom prst="rect">
            <a:avLst/>
          </a:prstGeom>
          <a:noFill/>
          <a:ln>
            <a:noFill/>
          </a:ln>
        </p:spPr>
      </p:pic>
      <p:pic>
        <p:nvPicPr>
          <p:cNvPr id="511" name="Google Shape;511;p26"/>
          <p:cNvPicPr preferRelativeResize="0"/>
          <p:nvPr/>
        </p:nvPicPr>
        <p:blipFill>
          <a:blip r:embed="rId19">
            <a:alphaModFix/>
          </a:blip>
          <a:stretch>
            <a:fillRect/>
          </a:stretch>
        </p:blipFill>
        <p:spPr>
          <a:xfrm>
            <a:off x="10293375" y="8611991"/>
            <a:ext cx="1370100" cy="1530259"/>
          </a:xfrm>
          <a:prstGeom prst="rect">
            <a:avLst/>
          </a:prstGeom>
          <a:noFill/>
          <a:ln>
            <a:noFill/>
          </a:ln>
        </p:spPr>
      </p:pic>
      <p:sp>
        <p:nvSpPr>
          <p:cNvPr id="512" name="Google Shape;512;p26"/>
          <p:cNvSpPr txBox="1"/>
          <p:nvPr/>
        </p:nvSpPr>
        <p:spPr>
          <a:xfrm>
            <a:off x="11617525" y="0"/>
            <a:ext cx="104808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4100" u="none" cap="none" strike="noStrike">
                <a:solidFill>
                  <a:srgbClr val="403C29"/>
                </a:solidFill>
                <a:latin typeface="Arial"/>
                <a:ea typeface="Arial"/>
                <a:cs typeface="Arial"/>
                <a:sym typeface="Arial"/>
              </a:rPr>
              <a:t>R</a:t>
            </a:r>
            <a:r>
              <a:rPr lang="en-US" sz="4100">
                <a:solidFill>
                  <a:srgbClr val="403C29"/>
                </a:solidFill>
              </a:rPr>
              <a:t>egional Sales Performance</a:t>
            </a:r>
            <a:endParaRPr sz="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516" name="Shape 516"/>
        <p:cNvGrpSpPr/>
        <p:nvPr/>
      </p:nvGrpSpPr>
      <p:grpSpPr>
        <a:xfrm>
          <a:off x="0" y="0"/>
          <a:ext cx="0" cy="0"/>
          <a:chOff x="0" y="0"/>
          <a:chExt cx="0" cy="0"/>
        </a:xfrm>
      </p:grpSpPr>
      <p:pic>
        <p:nvPicPr>
          <p:cNvPr id="517" name="Google Shape;517;p27"/>
          <p:cNvPicPr preferRelativeResize="0"/>
          <p:nvPr/>
        </p:nvPicPr>
        <p:blipFill rotWithShape="1">
          <a:blip r:embed="rId3">
            <a:alphaModFix/>
          </a:blip>
          <a:srcRect b="0" l="0" r="0" t="0"/>
          <a:stretch/>
        </p:blipFill>
        <p:spPr>
          <a:xfrm>
            <a:off x="965200" y="6007100"/>
            <a:ext cx="3670300" cy="584200"/>
          </a:xfrm>
          <a:prstGeom prst="rect">
            <a:avLst/>
          </a:prstGeom>
          <a:noFill/>
          <a:ln>
            <a:noFill/>
          </a:ln>
        </p:spPr>
      </p:pic>
      <p:pic>
        <p:nvPicPr>
          <p:cNvPr id="518" name="Google Shape;518;p27"/>
          <p:cNvPicPr preferRelativeResize="0"/>
          <p:nvPr/>
        </p:nvPicPr>
        <p:blipFill rotWithShape="1">
          <a:blip r:embed="rId4">
            <a:alphaModFix/>
          </a:blip>
          <a:srcRect b="0" l="0" r="0" t="0"/>
          <a:stretch/>
        </p:blipFill>
        <p:spPr>
          <a:xfrm>
            <a:off x="4572000" y="6007100"/>
            <a:ext cx="3708400" cy="584200"/>
          </a:xfrm>
          <a:prstGeom prst="rect">
            <a:avLst/>
          </a:prstGeom>
          <a:noFill/>
          <a:ln>
            <a:noFill/>
          </a:ln>
        </p:spPr>
      </p:pic>
      <p:pic>
        <p:nvPicPr>
          <p:cNvPr id="519" name="Google Shape;519;p27"/>
          <p:cNvPicPr preferRelativeResize="0"/>
          <p:nvPr/>
        </p:nvPicPr>
        <p:blipFill rotWithShape="1">
          <a:blip r:embed="rId5">
            <a:alphaModFix/>
          </a:blip>
          <a:srcRect b="0" l="0" r="0" t="0"/>
          <a:stretch/>
        </p:blipFill>
        <p:spPr>
          <a:xfrm>
            <a:off x="8229600" y="6007100"/>
            <a:ext cx="3708400" cy="584200"/>
          </a:xfrm>
          <a:prstGeom prst="rect">
            <a:avLst/>
          </a:prstGeom>
          <a:noFill/>
          <a:ln>
            <a:noFill/>
          </a:ln>
        </p:spPr>
      </p:pic>
      <p:pic>
        <p:nvPicPr>
          <p:cNvPr id="520" name="Google Shape;520;p27"/>
          <p:cNvPicPr preferRelativeResize="0"/>
          <p:nvPr/>
        </p:nvPicPr>
        <p:blipFill rotWithShape="1">
          <a:blip r:embed="rId6">
            <a:alphaModFix/>
          </a:blip>
          <a:srcRect b="0" l="0" r="0" t="0"/>
          <a:stretch/>
        </p:blipFill>
        <p:spPr>
          <a:xfrm>
            <a:off x="11887200" y="6007100"/>
            <a:ext cx="3708400" cy="584200"/>
          </a:xfrm>
          <a:prstGeom prst="rect">
            <a:avLst/>
          </a:prstGeom>
          <a:noFill/>
          <a:ln>
            <a:noFill/>
          </a:ln>
        </p:spPr>
      </p:pic>
      <p:pic>
        <p:nvPicPr>
          <p:cNvPr id="521" name="Google Shape;521;p27"/>
          <p:cNvPicPr preferRelativeResize="0"/>
          <p:nvPr/>
        </p:nvPicPr>
        <p:blipFill rotWithShape="1">
          <a:blip r:embed="rId7">
            <a:alphaModFix/>
          </a:blip>
          <a:srcRect b="0" l="0" r="0" t="0"/>
          <a:stretch/>
        </p:blipFill>
        <p:spPr>
          <a:xfrm rot="10800000">
            <a:off x="0" y="0"/>
            <a:ext cx="4940300" cy="2654300"/>
          </a:xfrm>
          <a:prstGeom prst="rect">
            <a:avLst/>
          </a:prstGeom>
          <a:noFill/>
          <a:ln>
            <a:noFill/>
          </a:ln>
        </p:spPr>
      </p:pic>
      <p:pic>
        <p:nvPicPr>
          <p:cNvPr id="522" name="Google Shape;522;p27"/>
          <p:cNvPicPr preferRelativeResize="0"/>
          <p:nvPr/>
        </p:nvPicPr>
        <p:blipFill rotWithShape="1">
          <a:blip r:embed="rId7">
            <a:alphaModFix/>
          </a:blip>
          <a:srcRect b="0" l="0" r="0" t="0"/>
          <a:stretch/>
        </p:blipFill>
        <p:spPr>
          <a:xfrm>
            <a:off x="13347700" y="7632700"/>
            <a:ext cx="4940300" cy="2654300"/>
          </a:xfrm>
          <a:prstGeom prst="rect">
            <a:avLst/>
          </a:prstGeom>
          <a:noFill/>
          <a:ln>
            <a:noFill/>
          </a:ln>
        </p:spPr>
      </p:pic>
      <p:sp>
        <p:nvSpPr>
          <p:cNvPr id="523" name="Google Shape;523;p27"/>
          <p:cNvSpPr txBox="1"/>
          <p:nvPr/>
        </p:nvSpPr>
        <p:spPr>
          <a:xfrm>
            <a:off x="1206500" y="965200"/>
            <a:ext cx="85217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Deliverables</a:t>
            </a:r>
            <a:endParaRPr/>
          </a:p>
        </p:txBody>
      </p:sp>
      <p:sp>
        <p:nvSpPr>
          <p:cNvPr id="524" name="Google Shape;524;p27"/>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3600">
                <a:solidFill>
                  <a:srgbClr val="BBB288"/>
                </a:solidFill>
                <a:latin typeface="Noto Sans Thin"/>
                <a:ea typeface="Noto Sans Thin"/>
                <a:cs typeface="Noto Sans Thin"/>
                <a:sym typeface="Noto Sans Thin"/>
              </a:rPr>
              <a:t>13</a:t>
            </a:r>
            <a:endParaRPr/>
          </a:p>
        </p:txBody>
      </p:sp>
      <p:sp>
        <p:nvSpPr>
          <p:cNvPr id="525" name="Google Shape;525;p27"/>
          <p:cNvSpPr txBox="1"/>
          <p:nvPr/>
        </p:nvSpPr>
        <p:spPr>
          <a:xfrm rot="-5400000">
            <a:off x="14503400" y="46990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Deliverables</a:t>
            </a:r>
            <a:endParaRPr/>
          </a:p>
        </p:txBody>
      </p:sp>
      <p:sp>
        <p:nvSpPr>
          <p:cNvPr id="526" name="Google Shape;526;p27"/>
          <p:cNvSpPr txBox="1"/>
          <p:nvPr/>
        </p:nvSpPr>
        <p:spPr>
          <a:xfrm>
            <a:off x="1206500" y="1949400"/>
            <a:ext cx="8369400" cy="622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sz="1600">
                <a:solidFill>
                  <a:srgbClr val="403C29"/>
                </a:solidFill>
                <a:latin typeface="Noto Sans"/>
                <a:ea typeface="Noto Sans"/>
                <a:cs typeface="Noto Sans"/>
                <a:sym typeface="Noto Sans"/>
              </a:rPr>
              <a:t>This plan of action outlines our strategy for Timeless Transport Models to maximize their profitability through the second half of 2005</a:t>
            </a:r>
            <a:endParaRPr/>
          </a:p>
        </p:txBody>
      </p:sp>
      <p:sp>
        <p:nvSpPr>
          <p:cNvPr id="527" name="Google Shape;527;p27"/>
          <p:cNvSpPr txBox="1"/>
          <p:nvPr/>
        </p:nvSpPr>
        <p:spPr>
          <a:xfrm>
            <a:off x="159800" y="5422900"/>
            <a:ext cx="1778100" cy="495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2800">
                <a:solidFill>
                  <a:srgbClr val="746B42"/>
                </a:solidFill>
              </a:rPr>
              <a:t>June </a:t>
            </a:r>
            <a:r>
              <a:rPr b="0" i="0" lang="en-US" sz="2800" u="none" cap="none" strike="noStrike">
                <a:solidFill>
                  <a:srgbClr val="746B42"/>
                </a:solidFill>
                <a:latin typeface="Arial"/>
                <a:ea typeface="Arial"/>
                <a:cs typeface="Arial"/>
                <a:sym typeface="Arial"/>
              </a:rPr>
              <a:t>20</a:t>
            </a:r>
            <a:r>
              <a:rPr lang="en-US" sz="2800">
                <a:solidFill>
                  <a:srgbClr val="746B42"/>
                </a:solidFill>
              </a:rPr>
              <a:t>05</a:t>
            </a:r>
            <a:endParaRPr/>
          </a:p>
        </p:txBody>
      </p:sp>
      <p:pic>
        <p:nvPicPr>
          <p:cNvPr id="528" name="Google Shape;528;p27"/>
          <p:cNvPicPr preferRelativeResize="0"/>
          <p:nvPr/>
        </p:nvPicPr>
        <p:blipFill rotWithShape="1">
          <a:blip r:embed="rId8">
            <a:alphaModFix/>
          </a:blip>
          <a:srcRect b="0" l="0" r="0" t="0"/>
          <a:stretch/>
        </p:blipFill>
        <p:spPr>
          <a:xfrm rot="-5400000">
            <a:off x="2184364" y="6838925"/>
            <a:ext cx="952500" cy="165100"/>
          </a:xfrm>
          <a:prstGeom prst="rect">
            <a:avLst/>
          </a:prstGeom>
          <a:noFill/>
          <a:ln>
            <a:noFill/>
          </a:ln>
        </p:spPr>
      </p:pic>
      <p:pic>
        <p:nvPicPr>
          <p:cNvPr id="529" name="Google Shape;529;p27"/>
          <p:cNvPicPr preferRelativeResize="0"/>
          <p:nvPr/>
        </p:nvPicPr>
        <p:blipFill rotWithShape="1">
          <a:blip r:embed="rId9">
            <a:alphaModFix/>
          </a:blip>
          <a:srcRect b="0" l="0" r="0" t="0"/>
          <a:stretch/>
        </p:blipFill>
        <p:spPr>
          <a:xfrm>
            <a:off x="2164050" y="5740375"/>
            <a:ext cx="952500" cy="952500"/>
          </a:xfrm>
          <a:prstGeom prst="rect">
            <a:avLst/>
          </a:prstGeom>
          <a:noFill/>
          <a:ln>
            <a:noFill/>
          </a:ln>
        </p:spPr>
      </p:pic>
      <p:sp>
        <p:nvSpPr>
          <p:cNvPr id="530" name="Google Shape;530;p27"/>
          <p:cNvSpPr txBox="1"/>
          <p:nvPr/>
        </p:nvSpPr>
        <p:spPr>
          <a:xfrm>
            <a:off x="2211050" y="7442275"/>
            <a:ext cx="3251100" cy="4317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Halt Train Production</a:t>
            </a:r>
            <a:endParaRPr/>
          </a:p>
        </p:txBody>
      </p:sp>
      <p:sp>
        <p:nvSpPr>
          <p:cNvPr id="531" name="Google Shape;531;p27"/>
          <p:cNvSpPr txBox="1"/>
          <p:nvPr/>
        </p:nvSpPr>
        <p:spPr>
          <a:xfrm>
            <a:off x="2211050" y="7632825"/>
            <a:ext cx="2578200" cy="13905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Halt train production and reallocate space for active productions</a:t>
            </a:r>
            <a:endParaRPr/>
          </a:p>
        </p:txBody>
      </p:sp>
      <p:sp>
        <p:nvSpPr>
          <p:cNvPr id="532" name="Google Shape;532;p27"/>
          <p:cNvSpPr txBox="1"/>
          <p:nvPr/>
        </p:nvSpPr>
        <p:spPr>
          <a:xfrm>
            <a:off x="12513713" y="2610825"/>
            <a:ext cx="3251100" cy="4317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Expand our Reach</a:t>
            </a:r>
            <a:endParaRPr/>
          </a:p>
        </p:txBody>
      </p:sp>
      <p:sp>
        <p:nvSpPr>
          <p:cNvPr id="533" name="Google Shape;533;p27"/>
          <p:cNvSpPr txBox="1"/>
          <p:nvPr/>
        </p:nvSpPr>
        <p:spPr>
          <a:xfrm>
            <a:off x="12513713" y="3110088"/>
            <a:ext cx="2781300" cy="1390500"/>
          </a:xfrm>
          <a:prstGeom prst="rect">
            <a:avLst/>
          </a:prstGeom>
          <a:noFill/>
          <a:ln>
            <a:noFill/>
          </a:ln>
        </p:spPr>
        <p:txBody>
          <a:bodyPr anchorCtr="0" anchor="t"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High potential markets in UK, Japan, Singapore, Australia, and South America. Send conversational emails on high engagement days (Wed and Fri)</a:t>
            </a:r>
            <a:endParaRPr/>
          </a:p>
        </p:txBody>
      </p:sp>
      <p:pic>
        <p:nvPicPr>
          <p:cNvPr id="534" name="Google Shape;534;p27"/>
          <p:cNvPicPr preferRelativeResize="0"/>
          <p:nvPr/>
        </p:nvPicPr>
        <p:blipFill rotWithShape="1">
          <a:blip r:embed="rId10">
            <a:alphaModFix/>
          </a:blip>
          <a:srcRect b="0" l="0" r="0" t="0"/>
          <a:stretch/>
        </p:blipFill>
        <p:spPr>
          <a:xfrm flipH="1" rot="5400000">
            <a:off x="9627022" y="6948151"/>
            <a:ext cx="952500" cy="165100"/>
          </a:xfrm>
          <a:prstGeom prst="rect">
            <a:avLst/>
          </a:prstGeom>
          <a:noFill/>
          <a:ln>
            <a:noFill/>
          </a:ln>
        </p:spPr>
      </p:pic>
      <p:sp>
        <p:nvSpPr>
          <p:cNvPr id="535" name="Google Shape;535;p27"/>
          <p:cNvSpPr txBox="1"/>
          <p:nvPr/>
        </p:nvSpPr>
        <p:spPr>
          <a:xfrm>
            <a:off x="9405597" y="7486750"/>
            <a:ext cx="3251100" cy="4317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Increase Pricing</a:t>
            </a:r>
            <a:endParaRPr/>
          </a:p>
        </p:txBody>
      </p:sp>
      <p:pic>
        <p:nvPicPr>
          <p:cNvPr id="536" name="Google Shape;536;p27"/>
          <p:cNvPicPr preferRelativeResize="0"/>
          <p:nvPr/>
        </p:nvPicPr>
        <p:blipFill rotWithShape="1">
          <a:blip r:embed="rId11">
            <a:alphaModFix/>
          </a:blip>
          <a:srcRect b="0" l="0" r="0" t="0"/>
          <a:stretch/>
        </p:blipFill>
        <p:spPr>
          <a:xfrm>
            <a:off x="9627022" y="5829300"/>
            <a:ext cx="952500" cy="952500"/>
          </a:xfrm>
          <a:prstGeom prst="rect">
            <a:avLst/>
          </a:prstGeom>
          <a:noFill/>
          <a:ln>
            <a:noFill/>
          </a:ln>
        </p:spPr>
      </p:pic>
      <p:pic>
        <p:nvPicPr>
          <p:cNvPr id="537" name="Google Shape;537;p27"/>
          <p:cNvPicPr preferRelativeResize="0"/>
          <p:nvPr/>
        </p:nvPicPr>
        <p:blipFill rotWithShape="1">
          <a:blip r:embed="rId12">
            <a:alphaModFix/>
          </a:blip>
          <a:srcRect b="0" l="0" r="0" t="0"/>
          <a:stretch/>
        </p:blipFill>
        <p:spPr>
          <a:xfrm rot="5400000">
            <a:off x="13258800" y="5588000"/>
            <a:ext cx="952500" cy="165100"/>
          </a:xfrm>
          <a:prstGeom prst="rect">
            <a:avLst/>
          </a:prstGeom>
          <a:noFill/>
          <a:ln>
            <a:noFill/>
          </a:ln>
        </p:spPr>
      </p:pic>
      <p:sp>
        <p:nvSpPr>
          <p:cNvPr id="538" name="Google Shape;538;p27"/>
          <p:cNvSpPr txBox="1"/>
          <p:nvPr/>
        </p:nvSpPr>
        <p:spPr>
          <a:xfrm>
            <a:off x="9405597" y="7962900"/>
            <a:ext cx="2781300" cy="8133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Increase minimum unit selling point to  </a:t>
            </a:r>
            <a:endParaRPr sz="1600">
              <a:solidFill>
                <a:srgbClr val="887F57"/>
              </a:solidFill>
              <a:latin typeface="Noto Sans"/>
              <a:ea typeface="Noto Sans"/>
              <a:cs typeface="Noto Sans"/>
              <a:sym typeface="Noto Sans"/>
            </a:endParaRPr>
          </a:p>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CPU + 10-15% margin buffer</a:t>
            </a:r>
            <a:endParaRPr/>
          </a:p>
        </p:txBody>
      </p:sp>
      <p:pic>
        <p:nvPicPr>
          <p:cNvPr id="539" name="Google Shape;539;p27"/>
          <p:cNvPicPr preferRelativeResize="0"/>
          <p:nvPr/>
        </p:nvPicPr>
        <p:blipFill rotWithShape="1">
          <a:blip r:embed="rId13">
            <a:alphaModFix/>
          </a:blip>
          <a:srcRect b="0" l="0" r="0" t="0"/>
          <a:stretch/>
        </p:blipFill>
        <p:spPr>
          <a:xfrm>
            <a:off x="-317500" y="6007100"/>
            <a:ext cx="1358900" cy="584200"/>
          </a:xfrm>
          <a:prstGeom prst="rect">
            <a:avLst/>
          </a:prstGeom>
          <a:noFill/>
          <a:ln>
            <a:noFill/>
          </a:ln>
        </p:spPr>
      </p:pic>
      <p:sp>
        <p:nvSpPr>
          <p:cNvPr id="540" name="Google Shape;540;p27"/>
          <p:cNvSpPr txBox="1"/>
          <p:nvPr/>
        </p:nvSpPr>
        <p:spPr>
          <a:xfrm>
            <a:off x="6136089" y="3220775"/>
            <a:ext cx="3251100" cy="4317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Schedule Production</a:t>
            </a:r>
            <a:endParaRPr/>
          </a:p>
        </p:txBody>
      </p:sp>
      <p:sp>
        <p:nvSpPr>
          <p:cNvPr id="541" name="Google Shape;541;p27"/>
          <p:cNvSpPr txBox="1"/>
          <p:nvPr/>
        </p:nvSpPr>
        <p:spPr>
          <a:xfrm>
            <a:off x="6136089" y="3787843"/>
            <a:ext cx="2781300" cy="12255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Schedule production increases for August and November-December based forecast ranges</a:t>
            </a:r>
            <a:endParaRPr/>
          </a:p>
        </p:txBody>
      </p:sp>
      <p:pic>
        <p:nvPicPr>
          <p:cNvPr id="542" name="Google Shape;542;p27"/>
          <p:cNvPicPr preferRelativeResize="0"/>
          <p:nvPr/>
        </p:nvPicPr>
        <p:blipFill>
          <a:blip r:embed="rId14">
            <a:alphaModFix/>
          </a:blip>
          <a:stretch>
            <a:fillRect/>
          </a:stretch>
        </p:blipFill>
        <p:spPr>
          <a:xfrm>
            <a:off x="2322800" y="5928334"/>
            <a:ext cx="635000" cy="635000"/>
          </a:xfrm>
          <a:prstGeom prst="rect">
            <a:avLst/>
          </a:prstGeom>
          <a:noFill/>
          <a:ln>
            <a:noFill/>
          </a:ln>
        </p:spPr>
      </p:pic>
      <p:pic>
        <p:nvPicPr>
          <p:cNvPr id="543" name="Google Shape;543;p27"/>
          <p:cNvPicPr preferRelativeResize="0"/>
          <p:nvPr/>
        </p:nvPicPr>
        <p:blipFill rotWithShape="1">
          <a:blip r:embed="rId8">
            <a:alphaModFix/>
          </a:blip>
          <a:srcRect b="0" l="0" r="0" t="0"/>
          <a:stretch/>
        </p:blipFill>
        <p:spPr>
          <a:xfrm flipH="1" rot="-5400000">
            <a:off x="5918140" y="5585450"/>
            <a:ext cx="952500" cy="165100"/>
          </a:xfrm>
          <a:prstGeom prst="rect">
            <a:avLst/>
          </a:prstGeom>
          <a:noFill/>
          <a:ln>
            <a:noFill/>
          </a:ln>
        </p:spPr>
      </p:pic>
      <p:pic>
        <p:nvPicPr>
          <p:cNvPr id="544" name="Google Shape;544;p27"/>
          <p:cNvPicPr preferRelativeResize="0"/>
          <p:nvPr/>
        </p:nvPicPr>
        <p:blipFill rotWithShape="1">
          <a:blip r:embed="rId9">
            <a:alphaModFix/>
          </a:blip>
          <a:srcRect b="0" l="0" r="0" t="0"/>
          <a:stretch/>
        </p:blipFill>
        <p:spPr>
          <a:xfrm>
            <a:off x="5918151" y="5884523"/>
            <a:ext cx="952500" cy="952500"/>
          </a:xfrm>
          <a:prstGeom prst="rect">
            <a:avLst/>
          </a:prstGeom>
          <a:noFill/>
          <a:ln>
            <a:noFill/>
          </a:ln>
        </p:spPr>
      </p:pic>
      <p:pic>
        <p:nvPicPr>
          <p:cNvPr id="545" name="Google Shape;545;p27"/>
          <p:cNvPicPr preferRelativeResize="0"/>
          <p:nvPr/>
        </p:nvPicPr>
        <p:blipFill>
          <a:blip r:embed="rId15">
            <a:alphaModFix/>
          </a:blip>
          <a:stretch>
            <a:fillRect/>
          </a:stretch>
        </p:blipFill>
        <p:spPr>
          <a:xfrm>
            <a:off x="6136093" y="6066778"/>
            <a:ext cx="563775" cy="563775"/>
          </a:xfrm>
          <a:prstGeom prst="rect">
            <a:avLst/>
          </a:prstGeom>
          <a:noFill/>
          <a:ln>
            <a:noFill/>
          </a:ln>
        </p:spPr>
      </p:pic>
      <p:pic>
        <p:nvPicPr>
          <p:cNvPr id="546" name="Google Shape;546;p27"/>
          <p:cNvPicPr preferRelativeResize="0"/>
          <p:nvPr/>
        </p:nvPicPr>
        <p:blipFill>
          <a:blip r:embed="rId16">
            <a:alphaModFix/>
          </a:blip>
          <a:stretch>
            <a:fillRect/>
          </a:stretch>
        </p:blipFill>
        <p:spPr>
          <a:xfrm>
            <a:off x="9803554" y="5975380"/>
            <a:ext cx="635000" cy="635000"/>
          </a:xfrm>
          <a:prstGeom prst="rect">
            <a:avLst/>
          </a:prstGeom>
          <a:noFill/>
          <a:ln>
            <a:noFill/>
          </a:ln>
        </p:spPr>
      </p:pic>
      <p:pic>
        <p:nvPicPr>
          <p:cNvPr id="547" name="Google Shape;547;p27"/>
          <p:cNvPicPr preferRelativeResize="0"/>
          <p:nvPr/>
        </p:nvPicPr>
        <p:blipFill rotWithShape="1">
          <a:blip r:embed="rId17">
            <a:alphaModFix/>
          </a:blip>
          <a:srcRect b="0" l="0" r="0" t="0"/>
          <a:stretch/>
        </p:blipFill>
        <p:spPr>
          <a:xfrm>
            <a:off x="13268138" y="5829300"/>
            <a:ext cx="952500" cy="952500"/>
          </a:xfrm>
          <a:prstGeom prst="rect">
            <a:avLst/>
          </a:prstGeom>
          <a:noFill/>
          <a:ln>
            <a:noFill/>
          </a:ln>
        </p:spPr>
      </p:pic>
      <p:pic>
        <p:nvPicPr>
          <p:cNvPr id="548" name="Google Shape;548;p27"/>
          <p:cNvPicPr preferRelativeResize="0"/>
          <p:nvPr/>
        </p:nvPicPr>
        <p:blipFill rotWithShape="1">
          <a:blip r:embed="rId18">
            <a:alphaModFix/>
          </a:blip>
          <a:srcRect b="0" l="0" r="0" t="0"/>
          <a:stretch/>
        </p:blipFill>
        <p:spPr>
          <a:xfrm>
            <a:off x="13445938" y="6007100"/>
            <a:ext cx="584200" cy="58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D17B"/>
        </a:solidFill>
      </p:bgPr>
    </p:bg>
    <p:spTree>
      <p:nvGrpSpPr>
        <p:cNvPr id="552" name="Shape 552"/>
        <p:cNvGrpSpPr/>
        <p:nvPr/>
      </p:nvGrpSpPr>
      <p:grpSpPr>
        <a:xfrm>
          <a:off x="0" y="0"/>
          <a:ext cx="0" cy="0"/>
          <a:chOff x="0" y="0"/>
          <a:chExt cx="0" cy="0"/>
        </a:xfrm>
      </p:grpSpPr>
      <p:pic>
        <p:nvPicPr>
          <p:cNvPr id="553" name="Google Shape;553;p28"/>
          <p:cNvPicPr preferRelativeResize="0"/>
          <p:nvPr/>
        </p:nvPicPr>
        <p:blipFill rotWithShape="1">
          <a:blip r:embed="rId3">
            <a:alphaModFix/>
          </a:blip>
          <a:srcRect b="0" l="0" r="0" t="0"/>
          <a:stretch/>
        </p:blipFill>
        <p:spPr>
          <a:xfrm>
            <a:off x="0" y="0"/>
            <a:ext cx="18288000" cy="6883400"/>
          </a:xfrm>
          <a:prstGeom prst="rect">
            <a:avLst/>
          </a:prstGeom>
          <a:noFill/>
          <a:ln>
            <a:noFill/>
          </a:ln>
        </p:spPr>
      </p:pic>
      <p:sp>
        <p:nvSpPr>
          <p:cNvPr id="554" name="Google Shape;554;p28"/>
          <p:cNvSpPr txBox="1"/>
          <p:nvPr/>
        </p:nvSpPr>
        <p:spPr>
          <a:xfrm>
            <a:off x="825500" y="7962900"/>
            <a:ext cx="95631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Thank you</a:t>
            </a:r>
            <a:endParaRPr/>
          </a:p>
        </p:txBody>
      </p:sp>
      <p:sp>
        <p:nvSpPr>
          <p:cNvPr id="555" name="Google Shape;555;p28"/>
          <p:cNvSpPr txBox="1"/>
          <p:nvPr/>
        </p:nvSpPr>
        <p:spPr>
          <a:xfrm>
            <a:off x="13826863" y="7556500"/>
            <a:ext cx="10794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E-mail</a:t>
            </a:r>
            <a:endParaRPr/>
          </a:p>
        </p:txBody>
      </p:sp>
      <p:sp>
        <p:nvSpPr>
          <p:cNvPr id="556" name="Google Shape;556;p28"/>
          <p:cNvSpPr txBox="1"/>
          <p:nvPr/>
        </p:nvSpPr>
        <p:spPr>
          <a:xfrm>
            <a:off x="14906275" y="7569200"/>
            <a:ext cx="3149700" cy="292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700">
                <a:latin typeface="Noto Sans"/>
                <a:ea typeface="Noto Sans"/>
                <a:cs typeface="Noto Sans"/>
                <a:sym typeface="Noto Sans"/>
              </a:rPr>
              <a:t>TimelessTM@fake.com</a:t>
            </a:r>
            <a:endParaRPr/>
          </a:p>
        </p:txBody>
      </p:sp>
      <p:pic>
        <p:nvPicPr>
          <p:cNvPr id="557" name="Google Shape;557;p28"/>
          <p:cNvPicPr preferRelativeResize="0"/>
          <p:nvPr/>
        </p:nvPicPr>
        <p:blipFill rotWithShape="1">
          <a:blip r:embed="rId4">
            <a:alphaModFix amt="40000"/>
          </a:blip>
          <a:srcRect b="0" l="0" r="0" t="0"/>
          <a:stretch/>
        </p:blipFill>
        <p:spPr>
          <a:xfrm>
            <a:off x="13169900" y="7416800"/>
            <a:ext cx="647700" cy="647700"/>
          </a:xfrm>
          <a:prstGeom prst="rect">
            <a:avLst/>
          </a:prstGeom>
          <a:noFill/>
          <a:ln>
            <a:noFill/>
          </a:ln>
        </p:spPr>
      </p:pic>
      <p:pic>
        <p:nvPicPr>
          <p:cNvPr id="558" name="Google Shape;558;p28"/>
          <p:cNvPicPr preferRelativeResize="0"/>
          <p:nvPr/>
        </p:nvPicPr>
        <p:blipFill rotWithShape="1">
          <a:blip r:embed="rId5">
            <a:alphaModFix/>
          </a:blip>
          <a:srcRect b="0" l="0" r="0" t="0"/>
          <a:stretch/>
        </p:blipFill>
        <p:spPr>
          <a:xfrm>
            <a:off x="13271500" y="7518400"/>
            <a:ext cx="457200" cy="457200"/>
          </a:xfrm>
          <a:prstGeom prst="rect">
            <a:avLst/>
          </a:prstGeom>
          <a:noFill/>
          <a:ln>
            <a:noFill/>
          </a:ln>
          <a:effectLst>
            <a:outerShdw blurRad="5210" dir="2700000" dist="35187">
              <a:srgbClr val="000000">
                <a:alpha val="20000"/>
              </a:srgbClr>
            </a:outerShdw>
          </a:effectLst>
        </p:spPr>
      </p:pic>
      <p:pic>
        <p:nvPicPr>
          <p:cNvPr id="559" name="Google Shape;559;p28"/>
          <p:cNvPicPr preferRelativeResize="0"/>
          <p:nvPr/>
        </p:nvPicPr>
        <p:blipFill rotWithShape="1">
          <a:blip r:embed="rId6">
            <a:alphaModFix/>
          </a:blip>
          <a:srcRect b="0" l="0" r="0" t="0"/>
          <a:stretch/>
        </p:blipFill>
        <p:spPr>
          <a:xfrm>
            <a:off x="13360400" y="7607300"/>
            <a:ext cx="266700" cy="266700"/>
          </a:xfrm>
          <a:prstGeom prst="rect">
            <a:avLst/>
          </a:prstGeom>
          <a:noFill/>
          <a:ln>
            <a:noFill/>
          </a:ln>
        </p:spPr>
      </p:pic>
      <p:sp>
        <p:nvSpPr>
          <p:cNvPr id="560" name="Google Shape;560;p28"/>
          <p:cNvSpPr txBox="1"/>
          <p:nvPr/>
        </p:nvSpPr>
        <p:spPr>
          <a:xfrm>
            <a:off x="13957300" y="8356600"/>
            <a:ext cx="10668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Phone</a:t>
            </a:r>
            <a:endParaRPr/>
          </a:p>
        </p:txBody>
      </p:sp>
      <p:sp>
        <p:nvSpPr>
          <p:cNvPr id="561" name="Google Shape;561;p28"/>
          <p:cNvSpPr txBox="1"/>
          <p:nvPr/>
        </p:nvSpPr>
        <p:spPr>
          <a:xfrm>
            <a:off x="15328900" y="8356600"/>
            <a:ext cx="21717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700" u="none" cap="none" strike="noStrike">
                <a:solidFill>
                  <a:srgbClr val="000000"/>
                </a:solidFill>
                <a:latin typeface="Noto Sans"/>
                <a:ea typeface="Noto Sans"/>
                <a:cs typeface="Noto Sans"/>
                <a:sym typeface="Noto Sans"/>
              </a:rPr>
              <a:t>1-123-456-7890</a:t>
            </a:r>
            <a:endParaRPr/>
          </a:p>
        </p:txBody>
      </p:sp>
      <p:sp>
        <p:nvSpPr>
          <p:cNvPr id="562" name="Google Shape;562;p28"/>
          <p:cNvSpPr txBox="1"/>
          <p:nvPr/>
        </p:nvSpPr>
        <p:spPr>
          <a:xfrm>
            <a:off x="13957300" y="9156700"/>
            <a:ext cx="13335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Homepame</a:t>
            </a:r>
            <a:endParaRPr/>
          </a:p>
        </p:txBody>
      </p:sp>
      <p:sp>
        <p:nvSpPr>
          <p:cNvPr id="563" name="Google Shape;563;p28"/>
          <p:cNvSpPr txBox="1"/>
          <p:nvPr/>
        </p:nvSpPr>
        <p:spPr>
          <a:xfrm>
            <a:off x="15328900" y="9144000"/>
            <a:ext cx="21717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700">
                <a:latin typeface="Noto Sans"/>
                <a:ea typeface="Noto Sans"/>
                <a:cs typeface="Noto Sans"/>
                <a:sym typeface="Noto Sans"/>
              </a:rPr>
              <a:t>TimelessTM</a:t>
            </a:r>
            <a:r>
              <a:rPr b="0" i="0" lang="en-US" sz="1700" u="none" cap="none" strike="noStrike">
                <a:solidFill>
                  <a:srgbClr val="000000"/>
                </a:solidFill>
                <a:latin typeface="Noto Sans"/>
                <a:ea typeface="Noto Sans"/>
                <a:cs typeface="Noto Sans"/>
                <a:sym typeface="Noto Sans"/>
              </a:rPr>
              <a:t>.com</a:t>
            </a:r>
            <a:endParaRPr/>
          </a:p>
        </p:txBody>
      </p:sp>
      <p:pic>
        <p:nvPicPr>
          <p:cNvPr id="564" name="Google Shape;564;p28"/>
          <p:cNvPicPr preferRelativeResize="0"/>
          <p:nvPr/>
        </p:nvPicPr>
        <p:blipFill rotWithShape="1">
          <a:blip r:embed="rId4">
            <a:alphaModFix amt="40000"/>
          </a:blip>
          <a:srcRect b="0" l="0" r="0" t="0"/>
          <a:stretch/>
        </p:blipFill>
        <p:spPr>
          <a:xfrm>
            <a:off x="13144500" y="9004300"/>
            <a:ext cx="647700" cy="647700"/>
          </a:xfrm>
          <a:prstGeom prst="rect">
            <a:avLst/>
          </a:prstGeom>
          <a:noFill/>
          <a:ln>
            <a:noFill/>
          </a:ln>
        </p:spPr>
      </p:pic>
      <p:pic>
        <p:nvPicPr>
          <p:cNvPr id="565" name="Google Shape;565;p28"/>
          <p:cNvPicPr preferRelativeResize="0"/>
          <p:nvPr/>
        </p:nvPicPr>
        <p:blipFill rotWithShape="1">
          <a:blip r:embed="rId5">
            <a:alphaModFix/>
          </a:blip>
          <a:srcRect b="0" l="0" r="0" t="0"/>
          <a:stretch/>
        </p:blipFill>
        <p:spPr>
          <a:xfrm>
            <a:off x="13246100" y="9105900"/>
            <a:ext cx="457200" cy="457200"/>
          </a:xfrm>
          <a:prstGeom prst="rect">
            <a:avLst/>
          </a:prstGeom>
          <a:noFill/>
          <a:ln>
            <a:noFill/>
          </a:ln>
          <a:effectLst>
            <a:outerShdw blurRad="5210" dir="2700000" dist="35187">
              <a:srgbClr val="000000">
                <a:alpha val="20000"/>
              </a:srgbClr>
            </a:outerShdw>
          </a:effectLst>
        </p:spPr>
      </p:pic>
      <p:pic>
        <p:nvPicPr>
          <p:cNvPr id="566" name="Google Shape;566;p28"/>
          <p:cNvPicPr preferRelativeResize="0"/>
          <p:nvPr/>
        </p:nvPicPr>
        <p:blipFill rotWithShape="1">
          <a:blip r:embed="rId7">
            <a:alphaModFix/>
          </a:blip>
          <a:srcRect b="0" l="0" r="0" t="0"/>
          <a:stretch/>
        </p:blipFill>
        <p:spPr>
          <a:xfrm>
            <a:off x="13335000" y="9194800"/>
            <a:ext cx="266700" cy="266700"/>
          </a:xfrm>
          <a:prstGeom prst="rect">
            <a:avLst/>
          </a:prstGeom>
          <a:noFill/>
          <a:ln>
            <a:noFill/>
          </a:ln>
        </p:spPr>
      </p:pic>
      <p:pic>
        <p:nvPicPr>
          <p:cNvPr id="567" name="Google Shape;567;p28"/>
          <p:cNvPicPr preferRelativeResize="0"/>
          <p:nvPr/>
        </p:nvPicPr>
        <p:blipFill rotWithShape="1">
          <a:blip r:embed="rId4">
            <a:alphaModFix amt="40000"/>
          </a:blip>
          <a:srcRect b="0" l="0" r="0" t="0"/>
          <a:stretch/>
        </p:blipFill>
        <p:spPr>
          <a:xfrm>
            <a:off x="13157200" y="8216900"/>
            <a:ext cx="647700" cy="647700"/>
          </a:xfrm>
          <a:prstGeom prst="rect">
            <a:avLst/>
          </a:prstGeom>
          <a:noFill/>
          <a:ln>
            <a:noFill/>
          </a:ln>
        </p:spPr>
      </p:pic>
      <p:pic>
        <p:nvPicPr>
          <p:cNvPr id="568" name="Google Shape;568;p28"/>
          <p:cNvPicPr preferRelativeResize="0"/>
          <p:nvPr/>
        </p:nvPicPr>
        <p:blipFill rotWithShape="1">
          <a:blip r:embed="rId5">
            <a:alphaModFix/>
          </a:blip>
          <a:srcRect b="0" l="0" r="0" t="0"/>
          <a:stretch/>
        </p:blipFill>
        <p:spPr>
          <a:xfrm>
            <a:off x="13258800" y="8305800"/>
            <a:ext cx="457200" cy="457200"/>
          </a:xfrm>
          <a:prstGeom prst="rect">
            <a:avLst/>
          </a:prstGeom>
          <a:noFill/>
          <a:ln>
            <a:noFill/>
          </a:ln>
          <a:effectLst>
            <a:outerShdw blurRad="5210" dir="2700000" dist="35187">
              <a:srgbClr val="000000">
                <a:alpha val="20000"/>
              </a:srgbClr>
            </a:outerShdw>
          </a:effectLst>
        </p:spPr>
      </p:pic>
      <p:pic>
        <p:nvPicPr>
          <p:cNvPr id="569" name="Google Shape;569;p28"/>
          <p:cNvPicPr preferRelativeResize="0"/>
          <p:nvPr/>
        </p:nvPicPr>
        <p:blipFill rotWithShape="1">
          <a:blip r:embed="rId8">
            <a:alphaModFix/>
          </a:blip>
          <a:srcRect b="0" l="0" r="0" t="0"/>
          <a:stretch/>
        </p:blipFill>
        <p:spPr>
          <a:xfrm>
            <a:off x="13398500" y="8420100"/>
            <a:ext cx="165100" cy="228600"/>
          </a:xfrm>
          <a:prstGeom prst="rect">
            <a:avLst/>
          </a:prstGeom>
          <a:noFill/>
          <a:ln>
            <a:noFill/>
          </a:ln>
        </p:spPr>
      </p:pic>
      <p:sp>
        <p:nvSpPr>
          <p:cNvPr id="570" name="Google Shape;570;p28"/>
          <p:cNvSpPr txBox="1"/>
          <p:nvPr/>
        </p:nvSpPr>
        <p:spPr>
          <a:xfrm>
            <a:off x="1595475" y="7340600"/>
            <a:ext cx="2930700" cy="288900"/>
          </a:xfrm>
          <a:prstGeom prst="rect">
            <a:avLst/>
          </a:prstGeom>
          <a:noFill/>
          <a:ln>
            <a:noFill/>
          </a:ln>
        </p:spPr>
        <p:txBody>
          <a:bodyPr anchorCtr="0" anchor="ctr" bIns="0" lIns="0" spcFirstLastPara="1" rIns="0" wrap="square" tIns="0">
            <a:noAutofit/>
          </a:bodyPr>
          <a:lstStyle/>
          <a:p>
            <a:pPr indent="0" lvl="0" marL="0" rtl="0" algn="l">
              <a:spcBef>
                <a:spcPts val="200"/>
              </a:spcBef>
              <a:spcAft>
                <a:spcPts val="200"/>
              </a:spcAft>
              <a:buSzPts val="1100"/>
              <a:buNone/>
            </a:pPr>
            <a:r>
              <a:rPr lang="en-US" sz="2100">
                <a:solidFill>
                  <a:schemeClr val="dk1"/>
                </a:solidFill>
                <a:latin typeface="Sora"/>
                <a:ea typeface="Sora"/>
                <a:cs typeface="Sora"/>
                <a:sym typeface="Sora"/>
              </a:rPr>
              <a:t>TIMELESS </a:t>
            </a:r>
            <a:r>
              <a:rPr lang="en-US" sz="1200">
                <a:solidFill>
                  <a:srgbClr val="A47617"/>
                </a:solidFill>
                <a:latin typeface="Century Gothic"/>
                <a:ea typeface="Century Gothic"/>
                <a:cs typeface="Century Gothic"/>
                <a:sym typeface="Century Gothic"/>
              </a:rPr>
              <a:t>TRANSPORT MODELS</a:t>
            </a:r>
            <a:endParaRPr/>
          </a:p>
        </p:txBody>
      </p:sp>
      <p:pic>
        <p:nvPicPr>
          <p:cNvPr id="571" name="Google Shape;571;p28"/>
          <p:cNvPicPr preferRelativeResize="0"/>
          <p:nvPr/>
        </p:nvPicPr>
        <p:blipFill rotWithShape="1">
          <a:blip r:embed="rId9">
            <a:alphaModFix/>
          </a:blip>
          <a:srcRect b="42552" l="14331" r="52868" t="31334"/>
          <a:stretch/>
        </p:blipFill>
        <p:spPr>
          <a:xfrm>
            <a:off x="640380" y="7211997"/>
            <a:ext cx="1029304" cy="5460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