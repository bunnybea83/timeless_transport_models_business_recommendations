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10287000" cx="18288000"/>
  <p:notesSz cx="6858000" cy="9144000"/>
  <p:embeddedFontLst>
    <p:embeddedFont>
      <p:font typeface="Noto Sans Thin"/>
      <p:regular r:id="rId22"/>
      <p:bold r:id="rId23"/>
      <p:italic r:id="rId24"/>
      <p:boldItalic r:id="rId25"/>
    </p:embeddedFont>
    <p:embeddedFont>
      <p:font typeface="Noto Sans"/>
      <p:regular r:id="rId26"/>
      <p:bold r:id="rId27"/>
      <p:italic r:id="rId28"/>
      <p:boldItalic r:id="rId29"/>
    </p:embeddedFont>
    <p:embeddedFont>
      <p:font typeface="Noto Sans Black"/>
      <p:bold r:id="rId30"/>
      <p:boldItalic r:id="rId31"/>
    </p:embeddedFont>
    <p:embeddedFont>
      <p:font typeface="Sora"/>
      <p:regular r:id="rId32"/>
      <p:bold r:id="rId33"/>
    </p:embeddedFont>
    <p:embeddedFont>
      <p:font typeface="Comfortaa"/>
      <p:regular r:id="rId34"/>
      <p:bold r:id="rId35"/>
    </p:embeddedFont>
    <p:embeddedFont>
      <p:font typeface="Century Gothic"/>
      <p:regular r:id="rId36"/>
      <p:bold r:id="rId37"/>
      <p:italic r:id="rId38"/>
      <p:boldItalic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NotoSansThin-regular.fntdata"/><Relationship Id="rId21" Type="http://schemas.openxmlformats.org/officeDocument/2006/relationships/slide" Target="slides/slide16.xml"/><Relationship Id="rId24" Type="http://schemas.openxmlformats.org/officeDocument/2006/relationships/font" Target="fonts/NotoSansThin-italic.fntdata"/><Relationship Id="rId23" Type="http://schemas.openxmlformats.org/officeDocument/2006/relationships/font" Target="fonts/NotoSansThin-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NotoSans-regular.fntdata"/><Relationship Id="rId25" Type="http://schemas.openxmlformats.org/officeDocument/2006/relationships/font" Target="fonts/NotoSansThin-boldItalic.fntdata"/><Relationship Id="rId28" Type="http://schemas.openxmlformats.org/officeDocument/2006/relationships/font" Target="fonts/NotoSans-italic.fntdata"/><Relationship Id="rId27" Type="http://schemas.openxmlformats.org/officeDocument/2006/relationships/font" Target="fonts/NotoSans-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NotoSans-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NotoSansBlack-boldItalic.fntdata"/><Relationship Id="rId30" Type="http://schemas.openxmlformats.org/officeDocument/2006/relationships/font" Target="fonts/NotoSansBlack-bold.fntdata"/><Relationship Id="rId11" Type="http://schemas.openxmlformats.org/officeDocument/2006/relationships/slide" Target="slides/slide6.xml"/><Relationship Id="rId33" Type="http://schemas.openxmlformats.org/officeDocument/2006/relationships/font" Target="fonts/Sora-bold.fntdata"/><Relationship Id="rId10" Type="http://schemas.openxmlformats.org/officeDocument/2006/relationships/slide" Target="slides/slide5.xml"/><Relationship Id="rId32" Type="http://schemas.openxmlformats.org/officeDocument/2006/relationships/font" Target="fonts/Sora-regular.fntdata"/><Relationship Id="rId13" Type="http://schemas.openxmlformats.org/officeDocument/2006/relationships/slide" Target="slides/slide8.xml"/><Relationship Id="rId35" Type="http://schemas.openxmlformats.org/officeDocument/2006/relationships/font" Target="fonts/Comfortaa-bold.fntdata"/><Relationship Id="rId12" Type="http://schemas.openxmlformats.org/officeDocument/2006/relationships/slide" Target="slides/slide7.xml"/><Relationship Id="rId34" Type="http://schemas.openxmlformats.org/officeDocument/2006/relationships/font" Target="fonts/Comfortaa-regular.fntdata"/><Relationship Id="rId15" Type="http://schemas.openxmlformats.org/officeDocument/2006/relationships/slide" Target="slides/slide10.xml"/><Relationship Id="rId37" Type="http://schemas.openxmlformats.org/officeDocument/2006/relationships/font" Target="fonts/CenturyGothic-bold.fntdata"/><Relationship Id="rId14" Type="http://schemas.openxmlformats.org/officeDocument/2006/relationships/slide" Target="slides/slide9.xml"/><Relationship Id="rId36" Type="http://schemas.openxmlformats.org/officeDocument/2006/relationships/font" Target="fonts/CenturyGothic-regular.fntdata"/><Relationship Id="rId17" Type="http://schemas.openxmlformats.org/officeDocument/2006/relationships/slide" Target="slides/slide12.xml"/><Relationship Id="rId39" Type="http://schemas.openxmlformats.org/officeDocument/2006/relationships/font" Target="fonts/CenturyGothic-boldItalic.fntdata"/><Relationship Id="rId16" Type="http://schemas.openxmlformats.org/officeDocument/2006/relationships/slide" Target="slides/slide11.xml"/><Relationship Id="rId38" Type="http://schemas.openxmlformats.org/officeDocument/2006/relationships/font" Target="fonts/CenturyGothic-italic.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0cb13539b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g3d0cb13539b_0_2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d0cb13539b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g3d0cb13539b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d0cb13539b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g3d0cb13539b_0_1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d0cb13539b_0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g3d0cb13539b_0_2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d7c1e87ec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g3d7c1e87ece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d7c1e87ec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g3d7c1e87ece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d7c1e87ece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g3d7c1e87ece_0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d7c1e87ec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g3d7c1e87ece_0_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3d7c1e87ece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g3d7c1e87ece_0_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31.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23.png"/><Relationship Id="rId7" Type="http://schemas.openxmlformats.org/officeDocument/2006/relationships/image" Target="../media/image15.png"/><Relationship Id="rId8" Type="http://schemas.openxmlformats.org/officeDocument/2006/relationships/image" Target="../media/image22.png"/></Relationships>
</file>

<file path=ppt/slides/_rels/slide7.xml.rels><?xml version="1.0" encoding="UTF-8" standalone="yes"?><Relationships xmlns="http://schemas.openxmlformats.org/package/2006/relationships"><Relationship Id="rId20" Type="http://schemas.openxmlformats.org/officeDocument/2006/relationships/image" Target="../media/image18.png"/><Relationship Id="rId22" Type="http://schemas.openxmlformats.org/officeDocument/2006/relationships/image" Target="../media/image45.png"/><Relationship Id="rId21" Type="http://schemas.openxmlformats.org/officeDocument/2006/relationships/image" Target="../media/image72.png"/><Relationship Id="rId24" Type="http://schemas.openxmlformats.org/officeDocument/2006/relationships/image" Target="../media/image24.png"/><Relationship Id="rId23" Type="http://schemas.openxmlformats.org/officeDocument/2006/relationships/image" Target="../media/image36.png"/><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 Id="rId9" Type="http://schemas.openxmlformats.org/officeDocument/2006/relationships/image" Target="../media/image14.png"/><Relationship Id="rId25" Type="http://schemas.openxmlformats.org/officeDocument/2006/relationships/image" Target="../media/image44.png"/><Relationship Id="rId5" Type="http://schemas.openxmlformats.org/officeDocument/2006/relationships/image" Target="../media/image79.png"/><Relationship Id="rId6" Type="http://schemas.openxmlformats.org/officeDocument/2006/relationships/image" Target="../media/image41.png"/><Relationship Id="rId7" Type="http://schemas.openxmlformats.org/officeDocument/2006/relationships/image" Target="../media/image13.png"/><Relationship Id="rId8" Type="http://schemas.openxmlformats.org/officeDocument/2006/relationships/image" Target="../media/image50.png"/><Relationship Id="rId11" Type="http://schemas.openxmlformats.org/officeDocument/2006/relationships/image" Target="../media/image61.png"/><Relationship Id="rId10" Type="http://schemas.openxmlformats.org/officeDocument/2006/relationships/image" Target="../media/image28.png"/><Relationship Id="rId13" Type="http://schemas.openxmlformats.org/officeDocument/2006/relationships/image" Target="../media/image16.png"/><Relationship Id="rId12" Type="http://schemas.openxmlformats.org/officeDocument/2006/relationships/image" Target="../media/image21.png"/><Relationship Id="rId15" Type="http://schemas.openxmlformats.org/officeDocument/2006/relationships/image" Target="../media/image59.png"/><Relationship Id="rId14" Type="http://schemas.openxmlformats.org/officeDocument/2006/relationships/image" Target="../media/image34.png"/><Relationship Id="rId17" Type="http://schemas.openxmlformats.org/officeDocument/2006/relationships/image" Target="../media/image35.png"/><Relationship Id="rId16" Type="http://schemas.openxmlformats.org/officeDocument/2006/relationships/image" Target="../media/image25.png"/><Relationship Id="rId19" Type="http://schemas.openxmlformats.org/officeDocument/2006/relationships/image" Target="../media/image20.png"/><Relationship Id="rId18" Type="http://schemas.openxmlformats.org/officeDocument/2006/relationships/image" Target="../media/image49.png"/></Relationships>
</file>

<file path=ppt/slides/_rels/slide8.xml.rels><?xml version="1.0" encoding="UTF-8" standalone="yes"?><Relationships xmlns="http://schemas.openxmlformats.org/package/2006/relationships"><Relationship Id="rId20" Type="http://schemas.openxmlformats.org/officeDocument/2006/relationships/image" Target="../media/image48.png"/><Relationship Id="rId22" Type="http://schemas.openxmlformats.org/officeDocument/2006/relationships/image" Target="../media/image62.png"/><Relationship Id="rId21" Type="http://schemas.openxmlformats.org/officeDocument/2006/relationships/image" Target="../media/image78.png"/><Relationship Id="rId24" Type="http://schemas.openxmlformats.org/officeDocument/2006/relationships/image" Target="../media/image54.png"/><Relationship Id="rId23" Type="http://schemas.openxmlformats.org/officeDocument/2006/relationships/image" Target="../media/image55.png"/><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6.png"/><Relationship Id="rId9" Type="http://schemas.openxmlformats.org/officeDocument/2006/relationships/image" Target="../media/image33.png"/><Relationship Id="rId26" Type="http://schemas.openxmlformats.org/officeDocument/2006/relationships/image" Target="../media/image68.png"/><Relationship Id="rId25" Type="http://schemas.openxmlformats.org/officeDocument/2006/relationships/image" Target="../media/image7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9.png"/><Relationship Id="rId8" Type="http://schemas.openxmlformats.org/officeDocument/2006/relationships/image" Target="../media/image30.png"/><Relationship Id="rId11" Type="http://schemas.openxmlformats.org/officeDocument/2006/relationships/image" Target="../media/image65.png"/><Relationship Id="rId10" Type="http://schemas.openxmlformats.org/officeDocument/2006/relationships/image" Target="../media/image32.png"/><Relationship Id="rId13" Type="http://schemas.openxmlformats.org/officeDocument/2006/relationships/image" Target="../media/image40.png"/><Relationship Id="rId12" Type="http://schemas.openxmlformats.org/officeDocument/2006/relationships/image" Target="../media/image39.png"/><Relationship Id="rId15" Type="http://schemas.openxmlformats.org/officeDocument/2006/relationships/image" Target="../media/image38.png"/><Relationship Id="rId14" Type="http://schemas.openxmlformats.org/officeDocument/2006/relationships/image" Target="../media/image42.png"/><Relationship Id="rId17" Type="http://schemas.openxmlformats.org/officeDocument/2006/relationships/image" Target="../media/image46.png"/><Relationship Id="rId16" Type="http://schemas.openxmlformats.org/officeDocument/2006/relationships/image" Target="../media/image43.png"/><Relationship Id="rId19" Type="http://schemas.openxmlformats.org/officeDocument/2006/relationships/image" Target="../media/image51.png"/><Relationship Id="rId18" Type="http://schemas.openxmlformats.org/officeDocument/2006/relationships/image" Target="../media/image4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6.png"/><Relationship Id="rId5" Type="http://schemas.openxmlformats.org/officeDocument/2006/relationships/image" Target="../media/image66.png"/><Relationship Id="rId6" Type="http://schemas.openxmlformats.org/officeDocument/2006/relationships/image" Target="../media/image70.png"/><Relationship Id="rId7" Type="http://schemas.openxmlformats.org/officeDocument/2006/relationships/image" Target="../media/image64.png"/><Relationship Id="rId8" Type="http://schemas.openxmlformats.org/officeDocument/2006/relationships/image" Target="../media/image6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56.png"/><Relationship Id="rId5" Type="http://schemas.openxmlformats.org/officeDocument/2006/relationships/image" Target="../media/image7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5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60.png"/><Relationship Id="rId9" Type="http://schemas.openxmlformats.org/officeDocument/2006/relationships/image" Target="../media/image86.png"/><Relationship Id="rId5" Type="http://schemas.openxmlformats.org/officeDocument/2006/relationships/image" Target="../media/image58.png"/><Relationship Id="rId6" Type="http://schemas.openxmlformats.org/officeDocument/2006/relationships/image" Target="../media/image63.png"/><Relationship Id="rId7" Type="http://schemas.openxmlformats.org/officeDocument/2006/relationships/image" Target="../media/image69.png"/><Relationship Id="rId8" Type="http://schemas.openxmlformats.org/officeDocument/2006/relationships/image" Target="../media/image89.png"/><Relationship Id="rId11" Type="http://schemas.openxmlformats.org/officeDocument/2006/relationships/image" Target="../media/image84.png"/><Relationship Id="rId10" Type="http://schemas.openxmlformats.org/officeDocument/2006/relationships/image" Target="../media/image71.png"/><Relationship Id="rId13" Type="http://schemas.openxmlformats.org/officeDocument/2006/relationships/image" Target="../media/image87.png"/><Relationship Id="rId12" Type="http://schemas.openxmlformats.org/officeDocument/2006/relationships/image" Target="../media/image74.png"/><Relationship Id="rId15" Type="http://schemas.openxmlformats.org/officeDocument/2006/relationships/image" Target="../media/image130.png"/><Relationship Id="rId14" Type="http://schemas.openxmlformats.org/officeDocument/2006/relationships/image" Target="../media/image82.png"/><Relationship Id="rId16" Type="http://schemas.openxmlformats.org/officeDocument/2006/relationships/image" Target="../media/image67.png"/></Relationships>
</file>

<file path=ppt/slides/_rels/slide13.xml.rels><?xml version="1.0" encoding="UTF-8" standalone="yes"?><Relationships xmlns="http://schemas.openxmlformats.org/package/2006/relationships"><Relationship Id="rId20" Type="http://schemas.openxmlformats.org/officeDocument/2006/relationships/image" Target="../media/image102.png"/><Relationship Id="rId21" Type="http://schemas.openxmlformats.org/officeDocument/2006/relationships/image" Target="../media/image94.png"/><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83.png"/><Relationship Id="rId9" Type="http://schemas.openxmlformats.org/officeDocument/2006/relationships/image" Target="../media/image93.png"/><Relationship Id="rId5" Type="http://schemas.openxmlformats.org/officeDocument/2006/relationships/image" Target="../media/image81.png"/><Relationship Id="rId6" Type="http://schemas.openxmlformats.org/officeDocument/2006/relationships/image" Target="../media/image84.png"/><Relationship Id="rId7" Type="http://schemas.openxmlformats.org/officeDocument/2006/relationships/image" Target="../media/image77.png"/><Relationship Id="rId8" Type="http://schemas.openxmlformats.org/officeDocument/2006/relationships/image" Target="../media/image80.png"/><Relationship Id="rId11" Type="http://schemas.openxmlformats.org/officeDocument/2006/relationships/image" Target="../media/image88.png"/><Relationship Id="rId10" Type="http://schemas.openxmlformats.org/officeDocument/2006/relationships/image" Target="../media/image96.png"/><Relationship Id="rId13" Type="http://schemas.openxmlformats.org/officeDocument/2006/relationships/image" Target="../media/image92.png"/><Relationship Id="rId12" Type="http://schemas.openxmlformats.org/officeDocument/2006/relationships/image" Target="../media/image95.png"/><Relationship Id="rId15" Type="http://schemas.openxmlformats.org/officeDocument/2006/relationships/image" Target="../media/image100.png"/><Relationship Id="rId14" Type="http://schemas.openxmlformats.org/officeDocument/2006/relationships/image" Target="../media/image99.png"/><Relationship Id="rId17" Type="http://schemas.openxmlformats.org/officeDocument/2006/relationships/image" Target="../media/image97.png"/><Relationship Id="rId16" Type="http://schemas.openxmlformats.org/officeDocument/2006/relationships/image" Target="../media/image90.png"/><Relationship Id="rId19" Type="http://schemas.openxmlformats.org/officeDocument/2006/relationships/image" Target="../media/image91.png"/><Relationship Id="rId18" Type="http://schemas.openxmlformats.org/officeDocument/2006/relationships/image" Target="../media/image111.png"/></Relationships>
</file>

<file path=ppt/slides/_rels/slide14.xml.rels><?xml version="1.0" encoding="UTF-8" standalone="yes"?><Relationships xmlns="http://schemas.openxmlformats.org/package/2006/relationships"><Relationship Id="rId20" Type="http://schemas.openxmlformats.org/officeDocument/2006/relationships/image" Target="../media/image67.png"/><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83.png"/><Relationship Id="rId9" Type="http://schemas.openxmlformats.org/officeDocument/2006/relationships/image" Target="../media/image105.png"/><Relationship Id="rId5" Type="http://schemas.openxmlformats.org/officeDocument/2006/relationships/image" Target="../media/image80.png"/><Relationship Id="rId6" Type="http://schemas.openxmlformats.org/officeDocument/2006/relationships/image" Target="../media/image84.png"/><Relationship Id="rId7" Type="http://schemas.openxmlformats.org/officeDocument/2006/relationships/image" Target="../media/image95.png"/><Relationship Id="rId8" Type="http://schemas.openxmlformats.org/officeDocument/2006/relationships/image" Target="../media/image77.png"/><Relationship Id="rId11" Type="http://schemas.openxmlformats.org/officeDocument/2006/relationships/image" Target="../media/image93.png"/><Relationship Id="rId10" Type="http://schemas.openxmlformats.org/officeDocument/2006/relationships/image" Target="../media/image96.png"/><Relationship Id="rId13" Type="http://schemas.openxmlformats.org/officeDocument/2006/relationships/image" Target="../media/image119.png"/><Relationship Id="rId12" Type="http://schemas.openxmlformats.org/officeDocument/2006/relationships/image" Target="../media/image126.png"/><Relationship Id="rId15" Type="http://schemas.openxmlformats.org/officeDocument/2006/relationships/image" Target="../media/image94.png"/><Relationship Id="rId14" Type="http://schemas.openxmlformats.org/officeDocument/2006/relationships/image" Target="../media/image128.png"/><Relationship Id="rId17" Type="http://schemas.openxmlformats.org/officeDocument/2006/relationships/image" Target="../media/image98.png"/><Relationship Id="rId16" Type="http://schemas.openxmlformats.org/officeDocument/2006/relationships/image" Target="../media/image112.png"/><Relationship Id="rId19" Type="http://schemas.openxmlformats.org/officeDocument/2006/relationships/image" Target="../media/image103.png"/><Relationship Id="rId18" Type="http://schemas.openxmlformats.org/officeDocument/2006/relationships/image" Target="../media/image10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4.png"/><Relationship Id="rId4" Type="http://schemas.openxmlformats.org/officeDocument/2006/relationships/image" Target="../media/image117.png"/><Relationship Id="rId9" Type="http://schemas.openxmlformats.org/officeDocument/2006/relationships/image" Target="../media/image63.png"/><Relationship Id="rId5" Type="http://schemas.openxmlformats.org/officeDocument/2006/relationships/image" Target="../media/image116.png"/><Relationship Id="rId6" Type="http://schemas.openxmlformats.org/officeDocument/2006/relationships/image" Target="../media/image101.png"/><Relationship Id="rId7" Type="http://schemas.openxmlformats.org/officeDocument/2006/relationships/image" Target="../media/image1.png"/><Relationship Id="rId8" Type="http://schemas.openxmlformats.org/officeDocument/2006/relationships/image" Target="../media/image123.png"/><Relationship Id="rId11" Type="http://schemas.openxmlformats.org/officeDocument/2006/relationships/image" Target="../media/image106.png"/><Relationship Id="rId10" Type="http://schemas.openxmlformats.org/officeDocument/2006/relationships/image" Target="../media/image115.png"/><Relationship Id="rId13" Type="http://schemas.openxmlformats.org/officeDocument/2006/relationships/image" Target="../media/image122.png"/><Relationship Id="rId12" Type="http://schemas.openxmlformats.org/officeDocument/2006/relationships/image" Target="../media/image120.png"/><Relationship Id="rId15" Type="http://schemas.openxmlformats.org/officeDocument/2006/relationships/image" Target="../media/image108.png"/><Relationship Id="rId14" Type="http://schemas.openxmlformats.org/officeDocument/2006/relationships/image" Target="../media/image110.png"/><Relationship Id="rId17" Type="http://schemas.openxmlformats.org/officeDocument/2006/relationships/image" Target="../media/image109.png"/><Relationship Id="rId16" Type="http://schemas.openxmlformats.org/officeDocument/2006/relationships/image" Target="../media/image113.png"/><Relationship Id="rId18" Type="http://schemas.openxmlformats.org/officeDocument/2006/relationships/image" Target="../media/image1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8.png"/><Relationship Id="rId4" Type="http://schemas.openxmlformats.org/officeDocument/2006/relationships/image" Target="../media/image114.png"/><Relationship Id="rId9" Type="http://schemas.openxmlformats.org/officeDocument/2006/relationships/image" Target="../media/image9.png"/><Relationship Id="rId5" Type="http://schemas.openxmlformats.org/officeDocument/2006/relationships/image" Target="../media/image127.png"/><Relationship Id="rId6" Type="http://schemas.openxmlformats.org/officeDocument/2006/relationships/image" Target="../media/image125.png"/><Relationship Id="rId7" Type="http://schemas.openxmlformats.org/officeDocument/2006/relationships/image" Target="../media/image129.png"/><Relationship Id="rId8" Type="http://schemas.openxmlformats.org/officeDocument/2006/relationships/image" Target="../media/image1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4D17B"/>
        </a:solidFill>
      </p:bgPr>
    </p:bg>
    <p:spTree>
      <p:nvGrpSpPr>
        <p:cNvPr id="83" name="Shape 83"/>
        <p:cNvGrpSpPr/>
        <p:nvPr/>
      </p:nvGrpSpPr>
      <p:grpSpPr>
        <a:xfrm>
          <a:off x="0" y="0"/>
          <a:ext cx="0" cy="0"/>
          <a:chOff x="0" y="0"/>
          <a:chExt cx="0" cy="0"/>
        </a:xfrm>
      </p:grpSpPr>
      <p:pic>
        <p:nvPicPr>
          <p:cNvPr id="84" name="Google Shape;84;p13"/>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85" name="Google Shape;85;p13"/>
          <p:cNvSpPr txBox="1"/>
          <p:nvPr/>
        </p:nvSpPr>
        <p:spPr>
          <a:xfrm>
            <a:off x="1206500" y="2336800"/>
            <a:ext cx="13525500" cy="2540100"/>
          </a:xfrm>
          <a:prstGeom prst="rect">
            <a:avLst/>
          </a:prstGeom>
          <a:noFill/>
          <a:ln>
            <a:noFill/>
          </a:ln>
        </p:spPr>
        <p:txBody>
          <a:bodyPr anchorCtr="0" anchor="ctr" bIns="0" lIns="0" spcFirstLastPara="1" rIns="0" wrap="square" tIns="0">
            <a:noAutofit/>
          </a:bodyPr>
          <a:lstStyle/>
          <a:p>
            <a:pPr indent="0" lvl="0" marL="0" marR="0" rtl="0" algn="l">
              <a:lnSpc>
                <a:spcPct val="91300"/>
              </a:lnSpc>
              <a:spcBef>
                <a:spcPts val="0"/>
              </a:spcBef>
              <a:spcAft>
                <a:spcPts val="0"/>
              </a:spcAft>
              <a:buNone/>
            </a:pPr>
            <a:r>
              <a:rPr b="0" i="0" lang="en-US" sz="8000" u="none" cap="none" strike="noStrike">
                <a:solidFill>
                  <a:srgbClr val="073763"/>
                </a:solidFill>
                <a:latin typeface="Arial"/>
                <a:ea typeface="Arial"/>
                <a:cs typeface="Arial"/>
                <a:sym typeface="Arial"/>
              </a:rPr>
              <a:t>BUSINESS</a:t>
            </a:r>
            <a:endParaRPr>
              <a:solidFill>
                <a:srgbClr val="073763"/>
              </a:solidFill>
            </a:endParaRPr>
          </a:p>
          <a:p>
            <a:pPr indent="0" lvl="0" marL="0" marR="0" rtl="0" algn="l">
              <a:lnSpc>
                <a:spcPct val="91300"/>
              </a:lnSpc>
              <a:spcBef>
                <a:spcPts val="0"/>
              </a:spcBef>
              <a:spcAft>
                <a:spcPts val="0"/>
              </a:spcAft>
              <a:buNone/>
            </a:pPr>
            <a:r>
              <a:rPr b="0" i="0" lang="en-US" sz="8000" u="none" cap="none" strike="noStrike">
                <a:solidFill>
                  <a:srgbClr val="403C29"/>
                </a:solidFill>
                <a:latin typeface="Arial"/>
                <a:ea typeface="Arial"/>
                <a:cs typeface="Arial"/>
                <a:sym typeface="Arial"/>
              </a:rPr>
              <a:t>ANNUAL REPORT</a:t>
            </a:r>
            <a:endParaRPr/>
          </a:p>
        </p:txBody>
      </p:sp>
      <p:pic>
        <p:nvPicPr>
          <p:cNvPr id="86" name="Google Shape;86;p13"/>
          <p:cNvPicPr preferRelativeResize="0"/>
          <p:nvPr/>
        </p:nvPicPr>
        <p:blipFill rotWithShape="1">
          <a:blip r:embed="rId4">
            <a:alphaModFix/>
          </a:blip>
          <a:srcRect b="0" l="0" r="0" t="0"/>
          <a:stretch/>
        </p:blipFill>
        <p:spPr>
          <a:xfrm>
            <a:off x="10782300" y="0"/>
            <a:ext cx="7505700" cy="10287000"/>
          </a:xfrm>
          <a:prstGeom prst="rect">
            <a:avLst/>
          </a:prstGeom>
          <a:noFill/>
          <a:ln>
            <a:noFill/>
          </a:ln>
        </p:spPr>
      </p:pic>
      <p:sp>
        <p:nvSpPr>
          <p:cNvPr id="87" name="Google Shape;87;p13"/>
          <p:cNvSpPr txBox="1"/>
          <p:nvPr/>
        </p:nvSpPr>
        <p:spPr>
          <a:xfrm>
            <a:off x="1257300" y="1765300"/>
            <a:ext cx="6743700" cy="419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lang="en-US" sz="2400">
                <a:solidFill>
                  <a:srgbClr val="746B42"/>
                </a:solidFill>
              </a:rPr>
              <a:t>2005 Timeless Transport Models</a:t>
            </a:r>
            <a:endParaRPr/>
          </a:p>
        </p:txBody>
      </p:sp>
      <p:sp>
        <p:nvSpPr>
          <p:cNvPr id="88" name="Google Shape;88;p13"/>
          <p:cNvSpPr txBox="1"/>
          <p:nvPr/>
        </p:nvSpPr>
        <p:spPr>
          <a:xfrm>
            <a:off x="1595475" y="7340600"/>
            <a:ext cx="2930700" cy="288900"/>
          </a:xfrm>
          <a:prstGeom prst="rect">
            <a:avLst/>
          </a:prstGeom>
          <a:noFill/>
          <a:ln>
            <a:noFill/>
          </a:ln>
        </p:spPr>
        <p:txBody>
          <a:bodyPr anchorCtr="0" anchor="ctr" bIns="0" lIns="0" spcFirstLastPara="1" rIns="0" wrap="square" tIns="0">
            <a:noAutofit/>
          </a:bodyPr>
          <a:lstStyle/>
          <a:p>
            <a:pPr indent="0" lvl="0" marL="0" rtl="0" algn="l">
              <a:spcBef>
                <a:spcPts val="200"/>
              </a:spcBef>
              <a:spcAft>
                <a:spcPts val="200"/>
              </a:spcAft>
              <a:buSzPts val="1100"/>
              <a:buNone/>
            </a:pPr>
            <a:r>
              <a:rPr lang="en-US" sz="2100">
                <a:solidFill>
                  <a:schemeClr val="dk1"/>
                </a:solidFill>
                <a:latin typeface="Sora"/>
                <a:ea typeface="Sora"/>
                <a:cs typeface="Sora"/>
                <a:sym typeface="Sora"/>
              </a:rPr>
              <a:t>TIMELESS </a:t>
            </a:r>
            <a:r>
              <a:rPr lang="en-US" sz="1200">
                <a:solidFill>
                  <a:srgbClr val="A47617"/>
                </a:solidFill>
                <a:latin typeface="Century Gothic"/>
                <a:ea typeface="Century Gothic"/>
                <a:cs typeface="Century Gothic"/>
                <a:sym typeface="Century Gothic"/>
              </a:rPr>
              <a:t>TRANSPORT MODELS</a:t>
            </a:r>
            <a:endParaRPr/>
          </a:p>
        </p:txBody>
      </p:sp>
      <p:sp>
        <p:nvSpPr>
          <p:cNvPr id="89" name="Google Shape;89;p13"/>
          <p:cNvSpPr txBox="1"/>
          <p:nvPr/>
        </p:nvSpPr>
        <p:spPr>
          <a:xfrm>
            <a:off x="800925" y="7937500"/>
            <a:ext cx="5079900" cy="5460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lang="en-US">
                <a:solidFill>
                  <a:srgbClr val="746B42"/>
                </a:solidFill>
                <a:latin typeface="Noto Sans"/>
                <a:ea typeface="Noto Sans"/>
                <a:cs typeface="Noto Sans"/>
                <a:sym typeface="Noto Sans"/>
              </a:rPr>
              <a:t>Bea Sauve / Elton Nichols / Kainen Osborne</a:t>
            </a:r>
            <a:endParaRPr/>
          </a:p>
          <a:p>
            <a:pPr indent="0" lvl="0" marL="0" marR="0" rtl="0" algn="l">
              <a:lnSpc>
                <a:spcPct val="141100"/>
              </a:lnSpc>
              <a:spcBef>
                <a:spcPts val="0"/>
              </a:spcBef>
              <a:spcAft>
                <a:spcPts val="0"/>
              </a:spcAft>
              <a:buNone/>
            </a:pPr>
            <a:r>
              <a:rPr lang="en-US">
                <a:solidFill>
                  <a:srgbClr val="746B42"/>
                </a:solidFill>
                <a:latin typeface="Noto Sans"/>
                <a:ea typeface="Noto Sans"/>
                <a:cs typeface="Noto Sans"/>
                <a:sym typeface="Noto Sans"/>
              </a:rPr>
              <a:t>NSCC | Data Analytics in Business |CSB304 | Eric Lloyd</a:t>
            </a:r>
            <a:endParaRPr/>
          </a:p>
        </p:txBody>
      </p:sp>
      <p:pic>
        <p:nvPicPr>
          <p:cNvPr id="90" name="Google Shape;90;p13"/>
          <p:cNvPicPr preferRelativeResize="0"/>
          <p:nvPr/>
        </p:nvPicPr>
        <p:blipFill rotWithShape="1">
          <a:blip r:embed="rId5">
            <a:alphaModFix/>
          </a:blip>
          <a:srcRect b="42552" l="14331" r="52868" t="31334"/>
          <a:stretch/>
        </p:blipFill>
        <p:spPr>
          <a:xfrm>
            <a:off x="640380" y="7211997"/>
            <a:ext cx="1029304" cy="54609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403C29"/>
        </a:solidFill>
      </p:bgPr>
    </p:bg>
    <p:spTree>
      <p:nvGrpSpPr>
        <p:cNvPr id="94" name="Shape 94"/>
        <p:cNvGrpSpPr/>
        <p:nvPr/>
      </p:nvGrpSpPr>
      <p:grpSpPr>
        <a:xfrm>
          <a:off x="0" y="0"/>
          <a:ext cx="0" cy="0"/>
          <a:chOff x="0" y="0"/>
          <a:chExt cx="0" cy="0"/>
        </a:xfrm>
      </p:grpSpPr>
      <p:pic>
        <p:nvPicPr>
          <p:cNvPr id="95" name="Google Shape;95;p14"/>
          <p:cNvPicPr preferRelativeResize="0"/>
          <p:nvPr/>
        </p:nvPicPr>
        <p:blipFill rotWithShape="1">
          <a:blip r:embed="rId3">
            <a:alphaModFix amt="10000"/>
          </a:blip>
          <a:srcRect b="0" l="0" r="0" t="0"/>
          <a:stretch/>
        </p:blipFill>
        <p:spPr>
          <a:xfrm>
            <a:off x="55675" y="0"/>
            <a:ext cx="18288000" cy="10287000"/>
          </a:xfrm>
          <a:prstGeom prst="rect">
            <a:avLst/>
          </a:prstGeom>
          <a:noFill/>
          <a:ln>
            <a:noFill/>
          </a:ln>
        </p:spPr>
      </p:pic>
      <p:pic>
        <p:nvPicPr>
          <p:cNvPr id="96" name="Google Shape;96;p14"/>
          <p:cNvPicPr preferRelativeResize="0"/>
          <p:nvPr/>
        </p:nvPicPr>
        <p:blipFill rotWithShape="1">
          <a:blip r:embed="rId4">
            <a:alphaModFix/>
          </a:blip>
          <a:srcRect b="0" l="0" r="0" t="0"/>
          <a:stretch/>
        </p:blipFill>
        <p:spPr>
          <a:xfrm>
            <a:off x="10782300" y="0"/>
            <a:ext cx="7505700" cy="10287000"/>
          </a:xfrm>
          <a:prstGeom prst="rect">
            <a:avLst/>
          </a:prstGeom>
          <a:noFill/>
          <a:ln>
            <a:noFill/>
          </a:ln>
        </p:spPr>
      </p:pic>
      <p:sp>
        <p:nvSpPr>
          <p:cNvPr id="97" name="Google Shape;97;p14"/>
          <p:cNvSpPr txBox="1"/>
          <p:nvPr/>
        </p:nvSpPr>
        <p:spPr>
          <a:xfrm>
            <a:off x="1257300" y="3581400"/>
            <a:ext cx="482600" cy="317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0" i="0" lang="en-US" sz="1800" u="none" cap="none" strike="noStrike">
                <a:solidFill>
                  <a:srgbClr val="E4D17B"/>
                </a:solidFill>
                <a:latin typeface="Arial"/>
                <a:ea typeface="Arial"/>
                <a:cs typeface="Arial"/>
                <a:sym typeface="Arial"/>
              </a:rPr>
              <a:t>1</a:t>
            </a:r>
            <a:endParaRPr/>
          </a:p>
        </p:txBody>
      </p:sp>
      <p:sp>
        <p:nvSpPr>
          <p:cNvPr id="98" name="Google Shape;98;p14"/>
          <p:cNvSpPr txBox="1"/>
          <p:nvPr/>
        </p:nvSpPr>
        <p:spPr>
          <a:xfrm>
            <a:off x="6451718" y="3517950"/>
            <a:ext cx="2451000" cy="9780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600" u="none" cap="none" strike="noStrike">
                <a:solidFill>
                  <a:srgbClr val="F8F8F6"/>
                </a:solidFill>
                <a:latin typeface="Noto Sans"/>
                <a:ea typeface="Noto Sans"/>
                <a:cs typeface="Noto Sans"/>
                <a:sym typeface="Noto Sans"/>
              </a:rPr>
              <a:t>- About Us</a:t>
            </a:r>
            <a:endParaRPr/>
          </a:p>
          <a:p>
            <a:pPr indent="0" lvl="0" marL="0" marR="0" rtl="0" algn="l">
              <a:lnSpc>
                <a:spcPct val="141100"/>
              </a:lnSpc>
              <a:spcBef>
                <a:spcPts val="0"/>
              </a:spcBef>
              <a:spcAft>
                <a:spcPts val="0"/>
              </a:spcAft>
              <a:buNone/>
            </a:pPr>
            <a:r>
              <a:rPr b="0" i="0" lang="en-US" sz="1600" u="none" cap="none" strike="noStrike">
                <a:solidFill>
                  <a:srgbClr val="F8F8F6"/>
                </a:solidFill>
                <a:latin typeface="Noto Sans"/>
                <a:ea typeface="Noto Sans"/>
                <a:cs typeface="Noto Sans"/>
                <a:sym typeface="Noto Sans"/>
              </a:rPr>
              <a:t>- </a:t>
            </a:r>
            <a:r>
              <a:rPr lang="en-US" sz="1600">
                <a:solidFill>
                  <a:srgbClr val="F8F8F6"/>
                </a:solidFill>
                <a:latin typeface="Noto Sans"/>
                <a:ea typeface="Noto Sans"/>
                <a:cs typeface="Noto Sans"/>
                <a:sym typeface="Noto Sans"/>
              </a:rPr>
              <a:t>Project Objective</a:t>
            </a:r>
            <a:endParaRPr/>
          </a:p>
          <a:p>
            <a:pPr indent="0" lvl="0" marL="0" marR="0" rtl="0" algn="l">
              <a:lnSpc>
                <a:spcPct val="141100"/>
              </a:lnSpc>
              <a:spcBef>
                <a:spcPts val="0"/>
              </a:spcBef>
              <a:spcAft>
                <a:spcPts val="0"/>
              </a:spcAft>
              <a:buNone/>
            </a:pPr>
            <a:r>
              <a:t/>
            </a:r>
            <a:endParaRPr/>
          </a:p>
        </p:txBody>
      </p:sp>
      <p:sp>
        <p:nvSpPr>
          <p:cNvPr id="99" name="Google Shape;99;p14"/>
          <p:cNvSpPr txBox="1"/>
          <p:nvPr/>
        </p:nvSpPr>
        <p:spPr>
          <a:xfrm>
            <a:off x="1739900" y="3454400"/>
            <a:ext cx="2705100" cy="571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0" i="0" lang="en-US" sz="3200" u="none" cap="none" strike="noStrike">
                <a:solidFill>
                  <a:srgbClr val="E4D17B"/>
                </a:solidFill>
                <a:latin typeface="Arial"/>
                <a:ea typeface="Arial"/>
                <a:cs typeface="Arial"/>
                <a:sym typeface="Arial"/>
              </a:rPr>
              <a:t>Introduction</a:t>
            </a:r>
            <a:endParaRPr/>
          </a:p>
        </p:txBody>
      </p:sp>
      <p:sp>
        <p:nvSpPr>
          <p:cNvPr id="100" name="Google Shape;100;p14"/>
          <p:cNvSpPr txBox="1"/>
          <p:nvPr/>
        </p:nvSpPr>
        <p:spPr>
          <a:xfrm>
            <a:off x="1244600" y="4559300"/>
            <a:ext cx="482700" cy="3174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0" i="0" lang="en-US" sz="1800" u="none" cap="none" strike="noStrike">
                <a:solidFill>
                  <a:srgbClr val="E4D17B"/>
                </a:solidFill>
                <a:latin typeface="Arial"/>
                <a:ea typeface="Arial"/>
                <a:cs typeface="Arial"/>
                <a:sym typeface="Arial"/>
              </a:rPr>
              <a:t>2</a:t>
            </a:r>
            <a:endParaRPr/>
          </a:p>
        </p:txBody>
      </p:sp>
      <p:sp>
        <p:nvSpPr>
          <p:cNvPr id="101" name="Google Shape;101;p14"/>
          <p:cNvSpPr txBox="1"/>
          <p:nvPr/>
        </p:nvSpPr>
        <p:spPr>
          <a:xfrm>
            <a:off x="1727200" y="4445000"/>
            <a:ext cx="2705100" cy="571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200">
                <a:solidFill>
                  <a:srgbClr val="BBB288"/>
                </a:solidFill>
              </a:rPr>
              <a:t>EDA</a:t>
            </a:r>
            <a:endParaRPr>
              <a:solidFill>
                <a:srgbClr val="BBB288"/>
              </a:solidFill>
            </a:endParaRPr>
          </a:p>
        </p:txBody>
      </p:sp>
      <p:sp>
        <p:nvSpPr>
          <p:cNvPr id="102" name="Google Shape;102;p14"/>
          <p:cNvSpPr txBox="1"/>
          <p:nvPr/>
        </p:nvSpPr>
        <p:spPr>
          <a:xfrm>
            <a:off x="1257300" y="5308600"/>
            <a:ext cx="419100" cy="3174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0" i="0" lang="en-US" sz="1800" u="none" cap="none" strike="noStrike">
                <a:solidFill>
                  <a:srgbClr val="E4D17B"/>
                </a:solidFill>
                <a:latin typeface="Arial"/>
                <a:ea typeface="Arial"/>
                <a:cs typeface="Arial"/>
                <a:sym typeface="Arial"/>
              </a:rPr>
              <a:t>3</a:t>
            </a:r>
            <a:endParaRPr/>
          </a:p>
        </p:txBody>
      </p:sp>
      <p:sp>
        <p:nvSpPr>
          <p:cNvPr id="103" name="Google Shape;103;p14"/>
          <p:cNvSpPr txBox="1"/>
          <p:nvPr/>
        </p:nvSpPr>
        <p:spPr>
          <a:xfrm>
            <a:off x="1739900" y="5181600"/>
            <a:ext cx="2705100" cy="571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200">
                <a:solidFill>
                  <a:srgbClr val="E4D17B"/>
                </a:solidFill>
              </a:rPr>
              <a:t>Production</a:t>
            </a:r>
            <a:endParaRPr/>
          </a:p>
        </p:txBody>
      </p:sp>
      <p:sp>
        <p:nvSpPr>
          <p:cNvPr id="104" name="Google Shape;104;p14"/>
          <p:cNvSpPr txBox="1"/>
          <p:nvPr/>
        </p:nvSpPr>
        <p:spPr>
          <a:xfrm>
            <a:off x="1244600" y="6184900"/>
            <a:ext cx="393600" cy="3174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0" i="0" lang="en-US" sz="1800" u="none" cap="none" strike="noStrike">
                <a:solidFill>
                  <a:srgbClr val="E4D17B"/>
                </a:solidFill>
                <a:latin typeface="Arial"/>
                <a:ea typeface="Arial"/>
                <a:cs typeface="Arial"/>
                <a:sym typeface="Arial"/>
              </a:rPr>
              <a:t>4</a:t>
            </a:r>
            <a:endParaRPr/>
          </a:p>
        </p:txBody>
      </p:sp>
      <p:sp>
        <p:nvSpPr>
          <p:cNvPr id="105" name="Google Shape;105;p14"/>
          <p:cNvSpPr txBox="1"/>
          <p:nvPr/>
        </p:nvSpPr>
        <p:spPr>
          <a:xfrm>
            <a:off x="1727200" y="6057900"/>
            <a:ext cx="2705100" cy="571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200">
                <a:solidFill>
                  <a:srgbClr val="BBB288"/>
                </a:solidFill>
              </a:rPr>
              <a:t>Profits</a:t>
            </a:r>
            <a:endParaRPr>
              <a:solidFill>
                <a:srgbClr val="BBB288"/>
              </a:solidFill>
            </a:endParaRPr>
          </a:p>
        </p:txBody>
      </p:sp>
      <p:sp>
        <p:nvSpPr>
          <p:cNvPr id="106" name="Google Shape;106;p14"/>
          <p:cNvSpPr txBox="1"/>
          <p:nvPr/>
        </p:nvSpPr>
        <p:spPr>
          <a:xfrm>
            <a:off x="1244600" y="1219200"/>
            <a:ext cx="4648200" cy="254000"/>
          </a:xfrm>
          <a:prstGeom prst="rect">
            <a:avLst/>
          </a:prstGeom>
          <a:noFill/>
          <a:ln>
            <a:noFill/>
          </a:ln>
        </p:spPr>
        <p:txBody>
          <a:bodyPr anchorCtr="0" anchor="ctr" bIns="0" lIns="0" spcFirstLastPara="1" rIns="0" wrap="square" tIns="0">
            <a:noAutofit/>
          </a:bodyPr>
          <a:lstStyle/>
          <a:p>
            <a:pPr indent="0" lvl="0" marL="0" marR="0" rtl="0" algn="l">
              <a:lnSpc>
                <a:spcPct val="124499"/>
              </a:lnSpc>
              <a:spcBef>
                <a:spcPts val="0"/>
              </a:spcBef>
              <a:spcAft>
                <a:spcPts val="0"/>
              </a:spcAft>
              <a:buNone/>
            </a:pPr>
            <a:r>
              <a:rPr b="0" i="0" lang="en-US" sz="1400" u="none" cap="none" strike="noStrike">
                <a:solidFill>
                  <a:srgbClr val="EEE5C0"/>
                </a:solidFill>
                <a:latin typeface="Arial"/>
                <a:ea typeface="Arial"/>
                <a:cs typeface="Arial"/>
                <a:sym typeface="Arial"/>
              </a:rPr>
              <a:t>BUSINESS </a:t>
            </a:r>
            <a:r>
              <a:rPr lang="en-US">
                <a:solidFill>
                  <a:srgbClr val="EEE5C0"/>
                </a:solidFill>
              </a:rPr>
              <a:t>ANNUAL</a:t>
            </a:r>
            <a:r>
              <a:rPr b="0" i="0" lang="en-US" sz="1400" u="none" cap="none" strike="noStrike">
                <a:solidFill>
                  <a:srgbClr val="EEE5C0"/>
                </a:solidFill>
                <a:latin typeface="Arial"/>
                <a:ea typeface="Arial"/>
                <a:cs typeface="Arial"/>
                <a:sym typeface="Arial"/>
              </a:rPr>
              <a:t> REPORT</a:t>
            </a:r>
            <a:endParaRPr/>
          </a:p>
        </p:txBody>
      </p:sp>
      <p:sp>
        <p:nvSpPr>
          <p:cNvPr id="107" name="Google Shape;107;p14"/>
          <p:cNvSpPr txBox="1"/>
          <p:nvPr/>
        </p:nvSpPr>
        <p:spPr>
          <a:xfrm>
            <a:off x="1206500" y="1447800"/>
            <a:ext cx="5575300" cy="850900"/>
          </a:xfrm>
          <a:prstGeom prst="rect">
            <a:avLst/>
          </a:prstGeom>
          <a:noFill/>
          <a:ln>
            <a:noFill/>
          </a:ln>
        </p:spPr>
        <p:txBody>
          <a:bodyPr anchorCtr="0" anchor="ctr" bIns="0" lIns="0" spcFirstLastPara="1" rIns="0" wrap="square" tIns="0">
            <a:noAutofit/>
          </a:bodyPr>
          <a:lstStyle/>
          <a:p>
            <a:pPr indent="0" lvl="0" marL="0" marR="0" rtl="0" algn="l">
              <a:lnSpc>
                <a:spcPct val="124499"/>
              </a:lnSpc>
              <a:spcBef>
                <a:spcPts val="0"/>
              </a:spcBef>
              <a:spcAft>
                <a:spcPts val="0"/>
              </a:spcAft>
              <a:buNone/>
            </a:pPr>
            <a:r>
              <a:rPr b="0" i="0" lang="en-US" sz="4800" u="none" cap="none" strike="noStrike">
                <a:solidFill>
                  <a:srgbClr val="EEE5C0"/>
                </a:solidFill>
                <a:latin typeface="Arial"/>
                <a:ea typeface="Arial"/>
                <a:cs typeface="Arial"/>
                <a:sym typeface="Arial"/>
              </a:rPr>
              <a:t>CONTENTS</a:t>
            </a:r>
            <a:endParaRPr/>
          </a:p>
        </p:txBody>
      </p:sp>
      <p:sp>
        <p:nvSpPr>
          <p:cNvPr id="108" name="Google Shape;108;p14"/>
          <p:cNvSpPr txBox="1"/>
          <p:nvPr/>
        </p:nvSpPr>
        <p:spPr>
          <a:xfrm>
            <a:off x="6294000" y="4063425"/>
            <a:ext cx="53430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109" name="Google Shape;109;p14"/>
          <p:cNvSpPr txBox="1"/>
          <p:nvPr/>
        </p:nvSpPr>
        <p:spPr>
          <a:xfrm>
            <a:off x="1206500" y="7061200"/>
            <a:ext cx="393600" cy="3174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1800">
                <a:solidFill>
                  <a:srgbClr val="E4D17B"/>
                </a:solidFill>
              </a:rPr>
              <a:t>5</a:t>
            </a:r>
            <a:endParaRPr/>
          </a:p>
        </p:txBody>
      </p:sp>
      <p:sp>
        <p:nvSpPr>
          <p:cNvPr id="110" name="Google Shape;110;p14"/>
          <p:cNvSpPr txBox="1"/>
          <p:nvPr/>
        </p:nvSpPr>
        <p:spPr>
          <a:xfrm>
            <a:off x="1689100" y="6934200"/>
            <a:ext cx="4648200" cy="571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200">
                <a:solidFill>
                  <a:srgbClr val="E4D17B"/>
                </a:solidFill>
              </a:rPr>
              <a:t>Customer Engagement</a:t>
            </a:r>
            <a:endParaRPr/>
          </a:p>
        </p:txBody>
      </p:sp>
      <p:sp>
        <p:nvSpPr>
          <p:cNvPr id="111" name="Google Shape;111;p14"/>
          <p:cNvSpPr txBox="1"/>
          <p:nvPr/>
        </p:nvSpPr>
        <p:spPr>
          <a:xfrm>
            <a:off x="1206500" y="7899650"/>
            <a:ext cx="393600" cy="3174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1800">
                <a:solidFill>
                  <a:srgbClr val="E4D17B"/>
                </a:solidFill>
              </a:rPr>
              <a:t>6</a:t>
            </a:r>
            <a:endParaRPr/>
          </a:p>
        </p:txBody>
      </p:sp>
      <p:sp>
        <p:nvSpPr>
          <p:cNvPr id="112" name="Google Shape;112;p14"/>
          <p:cNvSpPr txBox="1"/>
          <p:nvPr/>
        </p:nvSpPr>
        <p:spPr>
          <a:xfrm>
            <a:off x="1689100" y="7772650"/>
            <a:ext cx="2705100" cy="5715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200">
                <a:solidFill>
                  <a:srgbClr val="BBB288"/>
                </a:solidFill>
              </a:rPr>
              <a:t>Deliverables</a:t>
            </a:r>
            <a:endParaRPr>
              <a:solidFill>
                <a:srgbClr val="BBB288"/>
              </a:solidFill>
            </a:endParaRPr>
          </a:p>
        </p:txBody>
      </p:sp>
      <p:sp>
        <p:nvSpPr>
          <p:cNvPr id="113" name="Google Shape;113;p14"/>
          <p:cNvSpPr txBox="1"/>
          <p:nvPr/>
        </p:nvSpPr>
        <p:spPr>
          <a:xfrm>
            <a:off x="6396093" y="4305393"/>
            <a:ext cx="2451000" cy="8508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600" u="none" cap="none" strike="noStrike">
                <a:solidFill>
                  <a:srgbClr val="B7B7B7"/>
                </a:solidFill>
                <a:latin typeface="Noto Sans"/>
                <a:ea typeface="Noto Sans"/>
                <a:cs typeface="Noto Sans"/>
                <a:sym typeface="Noto Sans"/>
              </a:rPr>
              <a:t>- </a:t>
            </a:r>
            <a:r>
              <a:rPr lang="en-US" sz="1600">
                <a:solidFill>
                  <a:srgbClr val="B7B7B7"/>
                </a:solidFill>
                <a:latin typeface="Noto Sans"/>
                <a:ea typeface="Noto Sans"/>
                <a:cs typeface="Noto Sans"/>
                <a:sym typeface="Noto Sans"/>
              </a:rPr>
              <a:t>Seasonality</a:t>
            </a:r>
            <a:endParaRPr>
              <a:solidFill>
                <a:srgbClr val="B7B7B7"/>
              </a:solidFill>
            </a:endParaRPr>
          </a:p>
          <a:p>
            <a:pPr indent="0" lvl="0" marL="0" marR="0" rtl="0" algn="l">
              <a:lnSpc>
                <a:spcPct val="141100"/>
              </a:lnSpc>
              <a:spcBef>
                <a:spcPts val="0"/>
              </a:spcBef>
              <a:spcAft>
                <a:spcPts val="0"/>
              </a:spcAft>
              <a:buNone/>
            </a:pPr>
            <a:r>
              <a:rPr b="0" i="0" lang="en-US" sz="1600" u="none" cap="none" strike="noStrike">
                <a:solidFill>
                  <a:srgbClr val="B7B7B7"/>
                </a:solidFill>
                <a:latin typeface="Noto Sans"/>
                <a:ea typeface="Noto Sans"/>
                <a:cs typeface="Noto Sans"/>
                <a:sym typeface="Noto Sans"/>
              </a:rPr>
              <a:t>- </a:t>
            </a:r>
            <a:r>
              <a:rPr lang="en-US" sz="1600">
                <a:solidFill>
                  <a:srgbClr val="B7B7B7"/>
                </a:solidFill>
                <a:latin typeface="Noto Sans"/>
                <a:ea typeface="Noto Sans"/>
                <a:cs typeface="Noto Sans"/>
                <a:sym typeface="Noto Sans"/>
              </a:rPr>
              <a:t>Trends</a:t>
            </a:r>
            <a:endParaRPr>
              <a:solidFill>
                <a:srgbClr val="B7B7B7"/>
              </a:solidFill>
            </a:endParaRPr>
          </a:p>
        </p:txBody>
      </p:sp>
      <p:sp>
        <p:nvSpPr>
          <p:cNvPr id="114" name="Google Shape;114;p14"/>
          <p:cNvSpPr txBox="1"/>
          <p:nvPr/>
        </p:nvSpPr>
        <p:spPr>
          <a:xfrm>
            <a:off x="6396093" y="5191261"/>
            <a:ext cx="2451000" cy="8508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600" u="none" cap="none" strike="noStrike">
                <a:solidFill>
                  <a:srgbClr val="F8F8F6"/>
                </a:solidFill>
                <a:latin typeface="Noto Sans"/>
                <a:ea typeface="Noto Sans"/>
                <a:cs typeface="Noto Sans"/>
                <a:sym typeface="Noto Sans"/>
              </a:rPr>
              <a:t>- </a:t>
            </a:r>
            <a:r>
              <a:rPr lang="en-US" sz="1600">
                <a:solidFill>
                  <a:srgbClr val="F8F8F6"/>
                </a:solidFill>
                <a:latin typeface="Noto Sans"/>
                <a:ea typeface="Noto Sans"/>
                <a:cs typeface="Noto Sans"/>
                <a:sym typeface="Noto Sans"/>
              </a:rPr>
              <a:t>Forecasting</a:t>
            </a:r>
            <a:endParaRPr sz="1600">
              <a:solidFill>
                <a:srgbClr val="F8F8F6"/>
              </a:solidFill>
              <a:latin typeface="Noto Sans"/>
              <a:ea typeface="Noto Sans"/>
              <a:cs typeface="Noto Sans"/>
              <a:sym typeface="Noto Sans"/>
            </a:endParaRPr>
          </a:p>
          <a:p>
            <a:pPr indent="0" lvl="0" marL="0" marR="0" rtl="0" algn="l">
              <a:lnSpc>
                <a:spcPct val="141100"/>
              </a:lnSpc>
              <a:spcBef>
                <a:spcPts val="0"/>
              </a:spcBef>
              <a:spcAft>
                <a:spcPts val="0"/>
              </a:spcAft>
              <a:buNone/>
            </a:pPr>
            <a:r>
              <a:rPr lang="en-US" sz="1600">
                <a:solidFill>
                  <a:srgbClr val="F8F8F6"/>
                </a:solidFill>
                <a:latin typeface="Noto Sans"/>
                <a:ea typeface="Noto Sans"/>
                <a:cs typeface="Noto Sans"/>
                <a:sym typeface="Noto Sans"/>
              </a:rPr>
              <a:t>- CPU</a:t>
            </a:r>
            <a:endParaRPr/>
          </a:p>
        </p:txBody>
      </p:sp>
      <p:sp>
        <p:nvSpPr>
          <p:cNvPr id="115" name="Google Shape;115;p14"/>
          <p:cNvSpPr txBox="1"/>
          <p:nvPr/>
        </p:nvSpPr>
        <p:spPr>
          <a:xfrm>
            <a:off x="6353693" y="6029564"/>
            <a:ext cx="2451000" cy="8508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600" u="none" cap="none" strike="noStrike">
                <a:solidFill>
                  <a:srgbClr val="CCCCCC"/>
                </a:solidFill>
                <a:latin typeface="Noto Sans"/>
                <a:ea typeface="Noto Sans"/>
                <a:cs typeface="Noto Sans"/>
                <a:sym typeface="Noto Sans"/>
              </a:rPr>
              <a:t>- </a:t>
            </a:r>
            <a:r>
              <a:rPr lang="en-US" sz="1600">
                <a:solidFill>
                  <a:srgbClr val="CCCCCC"/>
                </a:solidFill>
                <a:latin typeface="Noto Sans"/>
                <a:ea typeface="Noto Sans"/>
                <a:cs typeface="Noto Sans"/>
                <a:sym typeface="Noto Sans"/>
              </a:rPr>
              <a:t>Margins</a:t>
            </a:r>
            <a:endParaRPr sz="1600">
              <a:solidFill>
                <a:srgbClr val="CCCCCC"/>
              </a:solidFill>
              <a:latin typeface="Noto Sans"/>
              <a:ea typeface="Noto Sans"/>
              <a:cs typeface="Noto Sans"/>
              <a:sym typeface="Noto Sans"/>
            </a:endParaRPr>
          </a:p>
          <a:p>
            <a:pPr indent="0" lvl="0" marL="0" marR="0" rtl="0" algn="l">
              <a:lnSpc>
                <a:spcPct val="141100"/>
              </a:lnSpc>
              <a:spcBef>
                <a:spcPts val="0"/>
              </a:spcBef>
              <a:spcAft>
                <a:spcPts val="0"/>
              </a:spcAft>
              <a:buNone/>
            </a:pPr>
            <a:r>
              <a:rPr lang="en-US" sz="1600">
                <a:solidFill>
                  <a:srgbClr val="CCCCCC"/>
                </a:solidFill>
                <a:latin typeface="Noto Sans"/>
                <a:ea typeface="Noto Sans"/>
                <a:cs typeface="Noto Sans"/>
                <a:sym typeface="Noto Sans"/>
              </a:rPr>
              <a:t>- Forecasting</a:t>
            </a:r>
            <a:endParaRPr>
              <a:solidFill>
                <a:srgbClr val="CCCCCC"/>
              </a:solidFill>
            </a:endParaRPr>
          </a:p>
        </p:txBody>
      </p:sp>
      <p:sp>
        <p:nvSpPr>
          <p:cNvPr id="116" name="Google Shape;116;p14"/>
          <p:cNvSpPr txBox="1"/>
          <p:nvPr/>
        </p:nvSpPr>
        <p:spPr>
          <a:xfrm>
            <a:off x="6362750" y="6934203"/>
            <a:ext cx="2451000" cy="8508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600" u="none" cap="none" strike="noStrike">
                <a:solidFill>
                  <a:srgbClr val="F8F8F6"/>
                </a:solidFill>
                <a:latin typeface="Noto Sans"/>
                <a:ea typeface="Noto Sans"/>
                <a:cs typeface="Noto Sans"/>
                <a:sym typeface="Noto Sans"/>
              </a:rPr>
              <a:t>- </a:t>
            </a:r>
            <a:r>
              <a:rPr lang="en-US" sz="1600">
                <a:solidFill>
                  <a:srgbClr val="F8F8F6"/>
                </a:solidFill>
                <a:latin typeface="Noto Sans"/>
                <a:ea typeface="Noto Sans"/>
                <a:cs typeface="Noto Sans"/>
                <a:sym typeface="Noto Sans"/>
              </a:rPr>
              <a:t>Orders</a:t>
            </a:r>
            <a:endParaRPr sz="1600">
              <a:solidFill>
                <a:srgbClr val="F8F8F6"/>
              </a:solidFill>
              <a:latin typeface="Noto Sans"/>
              <a:ea typeface="Noto Sans"/>
              <a:cs typeface="Noto Sans"/>
              <a:sym typeface="Noto Sans"/>
            </a:endParaRPr>
          </a:p>
          <a:p>
            <a:pPr indent="0" lvl="0" marL="0" marR="0" rtl="0" algn="l">
              <a:lnSpc>
                <a:spcPct val="141100"/>
              </a:lnSpc>
              <a:spcBef>
                <a:spcPts val="0"/>
              </a:spcBef>
              <a:spcAft>
                <a:spcPts val="0"/>
              </a:spcAft>
              <a:buNone/>
            </a:pPr>
            <a:r>
              <a:rPr lang="en-US" sz="1600">
                <a:solidFill>
                  <a:srgbClr val="F8F8F6"/>
                </a:solidFill>
                <a:latin typeface="Noto Sans"/>
                <a:ea typeface="Noto Sans"/>
                <a:cs typeface="Noto Sans"/>
                <a:sym typeface="Noto Sans"/>
              </a:rPr>
              <a:t>- Email Interaction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120" name="Shape 120"/>
        <p:cNvGrpSpPr/>
        <p:nvPr/>
      </p:nvGrpSpPr>
      <p:grpSpPr>
        <a:xfrm>
          <a:off x="0" y="0"/>
          <a:ext cx="0" cy="0"/>
          <a:chOff x="0" y="0"/>
          <a:chExt cx="0" cy="0"/>
        </a:xfrm>
      </p:grpSpPr>
      <p:pic>
        <p:nvPicPr>
          <p:cNvPr id="121" name="Google Shape;121;p15"/>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122" name="Google Shape;122;p15"/>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123" name="Google Shape;123;p15"/>
          <p:cNvSpPr txBox="1"/>
          <p:nvPr/>
        </p:nvSpPr>
        <p:spPr>
          <a:xfrm>
            <a:off x="1206500" y="1039400"/>
            <a:ext cx="98679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b="0" i="0" lang="en-US" sz="6000" u="none" cap="none" strike="noStrike">
                <a:solidFill>
                  <a:srgbClr val="403C29"/>
                </a:solidFill>
                <a:latin typeface="Arial"/>
                <a:ea typeface="Arial"/>
                <a:cs typeface="Arial"/>
                <a:sym typeface="Arial"/>
              </a:rPr>
              <a:t>About Us</a:t>
            </a:r>
            <a:endParaRPr/>
          </a:p>
        </p:txBody>
      </p:sp>
      <p:sp>
        <p:nvSpPr>
          <p:cNvPr id="124" name="Google Shape;124;p15"/>
          <p:cNvSpPr txBox="1"/>
          <p:nvPr/>
        </p:nvSpPr>
        <p:spPr>
          <a:xfrm>
            <a:off x="16662400" y="1079500"/>
            <a:ext cx="762000" cy="635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01</a:t>
            </a:r>
            <a:endParaRPr/>
          </a:p>
        </p:txBody>
      </p:sp>
      <p:sp>
        <p:nvSpPr>
          <p:cNvPr id="125" name="Google Shape;125;p15"/>
          <p:cNvSpPr txBox="1"/>
          <p:nvPr/>
        </p:nvSpPr>
        <p:spPr>
          <a:xfrm rot="-5400000">
            <a:off x="14503400" y="4711700"/>
            <a:ext cx="5067300" cy="2159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Introduction - About Us</a:t>
            </a:r>
            <a:endParaRPr/>
          </a:p>
        </p:txBody>
      </p:sp>
      <p:sp>
        <p:nvSpPr>
          <p:cNvPr id="126" name="Google Shape;126;p15"/>
          <p:cNvSpPr txBox="1"/>
          <p:nvPr/>
        </p:nvSpPr>
        <p:spPr>
          <a:xfrm>
            <a:off x="8318500" y="3378200"/>
            <a:ext cx="5461000" cy="2222500"/>
          </a:xfrm>
          <a:prstGeom prst="rect">
            <a:avLst/>
          </a:prstGeom>
          <a:noFill/>
          <a:ln>
            <a:noFill/>
          </a:ln>
        </p:spPr>
        <p:txBody>
          <a:bodyPr anchorCtr="0" anchor="ctr" bIns="0" lIns="0" spcFirstLastPara="1" rIns="0" wrap="square" tIns="0">
            <a:noAutofit/>
          </a:bodyPr>
          <a:lstStyle/>
          <a:p>
            <a:pPr indent="0" lvl="0" marL="0" marR="0" rtl="0" algn="l">
              <a:lnSpc>
                <a:spcPct val="107899"/>
              </a:lnSpc>
              <a:spcBef>
                <a:spcPts val="0"/>
              </a:spcBef>
              <a:spcAft>
                <a:spcPts val="0"/>
              </a:spcAft>
              <a:buNone/>
            </a:pPr>
            <a:r>
              <a:rPr lang="en-US" sz="4400">
                <a:solidFill>
                  <a:srgbClr val="746B42"/>
                </a:solidFill>
                <a:latin typeface="Noto Sans Black"/>
                <a:ea typeface="Noto Sans Black"/>
                <a:cs typeface="Noto Sans Black"/>
                <a:sym typeface="Noto Sans Black"/>
              </a:rPr>
              <a:t>Forecasting</a:t>
            </a:r>
            <a:r>
              <a:rPr b="0" i="0" lang="en-US" sz="4400" u="none" cap="none" strike="noStrike">
                <a:solidFill>
                  <a:srgbClr val="746B42"/>
                </a:solidFill>
                <a:latin typeface="Noto Sans Black"/>
                <a:ea typeface="Noto Sans Black"/>
                <a:cs typeface="Noto Sans Black"/>
                <a:sym typeface="Noto Sans Black"/>
              </a:rPr>
              <a:t>,</a:t>
            </a:r>
            <a:endParaRPr/>
          </a:p>
          <a:p>
            <a:pPr indent="0" lvl="0" marL="0" marR="0" rtl="0" algn="l">
              <a:lnSpc>
                <a:spcPct val="107899"/>
              </a:lnSpc>
              <a:spcBef>
                <a:spcPts val="0"/>
              </a:spcBef>
              <a:spcAft>
                <a:spcPts val="0"/>
              </a:spcAft>
              <a:buNone/>
            </a:pPr>
            <a:r>
              <a:rPr b="0" i="0" lang="en-US" sz="4400" u="none" cap="none" strike="noStrike">
                <a:solidFill>
                  <a:srgbClr val="746B42"/>
                </a:solidFill>
                <a:latin typeface="Noto Sans Thin"/>
                <a:ea typeface="Noto Sans Thin"/>
                <a:cs typeface="Noto Sans Thin"/>
                <a:sym typeface="Noto Sans Thin"/>
              </a:rPr>
              <a:t>more </a:t>
            </a:r>
            <a:r>
              <a:rPr lang="en-US" sz="4400">
                <a:solidFill>
                  <a:srgbClr val="746B42"/>
                </a:solidFill>
                <a:latin typeface="Noto Sans Black"/>
                <a:ea typeface="Noto Sans Black"/>
                <a:cs typeface="Noto Sans Black"/>
                <a:sym typeface="Noto Sans Black"/>
              </a:rPr>
              <a:t>Refinement</a:t>
            </a:r>
            <a:r>
              <a:rPr b="0" i="0" lang="en-US" sz="4400" u="none" cap="none" strike="noStrike">
                <a:solidFill>
                  <a:srgbClr val="746B42"/>
                </a:solidFill>
                <a:latin typeface="Noto Sans Black"/>
                <a:ea typeface="Noto Sans Black"/>
                <a:cs typeface="Noto Sans Black"/>
                <a:sym typeface="Noto Sans Black"/>
              </a:rPr>
              <a:t>,</a:t>
            </a:r>
            <a:endParaRPr/>
          </a:p>
          <a:p>
            <a:pPr indent="0" lvl="0" marL="0" marR="0" rtl="0" algn="l">
              <a:lnSpc>
                <a:spcPct val="107899"/>
              </a:lnSpc>
              <a:spcBef>
                <a:spcPts val="0"/>
              </a:spcBef>
              <a:spcAft>
                <a:spcPts val="0"/>
              </a:spcAft>
              <a:buNone/>
            </a:pPr>
            <a:r>
              <a:rPr b="0" i="0" lang="en-US" sz="4400" u="none" cap="none" strike="noStrike">
                <a:solidFill>
                  <a:srgbClr val="746B42"/>
                </a:solidFill>
                <a:latin typeface="Noto Sans Thin"/>
                <a:ea typeface="Noto Sans Thin"/>
                <a:cs typeface="Noto Sans Thin"/>
                <a:sym typeface="Noto Sans Thin"/>
              </a:rPr>
              <a:t>more </a:t>
            </a:r>
            <a:r>
              <a:rPr lang="en-US" sz="4400">
                <a:solidFill>
                  <a:srgbClr val="746B42"/>
                </a:solidFill>
                <a:latin typeface="Noto Sans Black"/>
                <a:ea typeface="Noto Sans Black"/>
                <a:cs typeface="Noto Sans Black"/>
                <a:sym typeface="Noto Sans Black"/>
              </a:rPr>
              <a:t>Sales</a:t>
            </a:r>
            <a:endParaRPr/>
          </a:p>
        </p:txBody>
      </p:sp>
      <p:sp>
        <p:nvSpPr>
          <p:cNvPr id="127" name="Google Shape;127;p15"/>
          <p:cNvSpPr txBox="1"/>
          <p:nvPr/>
        </p:nvSpPr>
        <p:spPr>
          <a:xfrm>
            <a:off x="8356600" y="6530400"/>
            <a:ext cx="6108600" cy="2235300"/>
          </a:xfrm>
          <a:prstGeom prst="rect">
            <a:avLst/>
          </a:prstGeom>
          <a:noFill/>
          <a:ln>
            <a:noFill/>
          </a:ln>
        </p:spPr>
        <p:txBody>
          <a:bodyPr anchorCtr="0" anchor="ctr" bIns="0" lIns="0" spcFirstLastPara="1" rIns="0" wrap="square" tIns="0">
            <a:noAutofit/>
          </a:bodyPr>
          <a:lstStyle/>
          <a:p>
            <a:pPr indent="0" lvl="0" marL="0" marR="0" rtl="0" algn="l">
              <a:lnSpc>
                <a:spcPct val="132800"/>
              </a:lnSpc>
              <a:spcBef>
                <a:spcPts val="0"/>
              </a:spcBef>
              <a:spcAft>
                <a:spcPts val="0"/>
              </a:spcAft>
              <a:buNone/>
            </a:pPr>
            <a:r>
              <a:t/>
            </a:r>
            <a:endParaRPr sz="1600">
              <a:solidFill>
                <a:srgbClr val="403C29"/>
              </a:solidFill>
              <a:latin typeface="Noto Sans"/>
              <a:ea typeface="Noto Sans"/>
              <a:cs typeface="Noto Sans"/>
              <a:sym typeface="Noto Sans"/>
            </a:endParaRPr>
          </a:p>
          <a:p>
            <a:pPr indent="0" lvl="0" marL="0" marR="0" rtl="0" algn="l">
              <a:lnSpc>
                <a:spcPct val="132800"/>
              </a:lnSpc>
              <a:spcBef>
                <a:spcPts val="0"/>
              </a:spcBef>
              <a:spcAft>
                <a:spcPts val="0"/>
              </a:spcAft>
              <a:buNone/>
            </a:pPr>
            <a:r>
              <a:rPr lang="en-US" sz="1600">
                <a:solidFill>
                  <a:srgbClr val="403C29"/>
                </a:solidFill>
                <a:latin typeface="Noto Sans"/>
                <a:ea typeface="Noto Sans"/>
                <a:cs typeface="Noto Sans"/>
                <a:sym typeface="Noto Sans"/>
              </a:rPr>
              <a:t>Provide actionable insights based on past productions, current sales, and upcoming trends.</a:t>
            </a:r>
            <a:endParaRPr sz="1600">
              <a:solidFill>
                <a:srgbClr val="403C29"/>
              </a:solidFill>
              <a:latin typeface="Noto Sans"/>
              <a:ea typeface="Noto Sans"/>
              <a:cs typeface="Noto Sans"/>
              <a:sym typeface="Noto Sans"/>
            </a:endParaRPr>
          </a:p>
          <a:p>
            <a:pPr indent="0" lvl="0" marL="0" marR="0" rtl="0" algn="l">
              <a:lnSpc>
                <a:spcPct val="132800"/>
              </a:lnSpc>
              <a:spcBef>
                <a:spcPts val="0"/>
              </a:spcBef>
              <a:spcAft>
                <a:spcPts val="0"/>
              </a:spcAft>
              <a:buNone/>
            </a:pPr>
            <a:r>
              <a:t/>
            </a:r>
            <a:endParaRPr sz="1600">
              <a:solidFill>
                <a:srgbClr val="403C29"/>
              </a:solidFill>
              <a:latin typeface="Noto Sans"/>
              <a:ea typeface="Noto Sans"/>
              <a:cs typeface="Noto Sans"/>
              <a:sym typeface="Noto Sans"/>
            </a:endParaRPr>
          </a:p>
          <a:p>
            <a:pPr indent="-330200" lvl="0" marL="457200" marR="0" rtl="0" algn="l">
              <a:lnSpc>
                <a:spcPct val="132800"/>
              </a:lnSpc>
              <a:spcBef>
                <a:spcPts val="0"/>
              </a:spcBef>
              <a:spcAft>
                <a:spcPts val="0"/>
              </a:spcAft>
              <a:buClr>
                <a:srgbClr val="403C29"/>
              </a:buClr>
              <a:buSzPts val="1600"/>
              <a:buFont typeface="Noto Sans"/>
              <a:buChar char="●"/>
            </a:pPr>
            <a:r>
              <a:rPr lang="en-US" sz="1600">
                <a:solidFill>
                  <a:srgbClr val="403C29"/>
                </a:solidFill>
                <a:latin typeface="Noto Sans"/>
                <a:ea typeface="Noto Sans"/>
                <a:cs typeface="Noto Sans"/>
                <a:sym typeface="Noto Sans"/>
              </a:rPr>
              <a:t>Maximizing</a:t>
            </a:r>
            <a:r>
              <a:rPr lang="en-US" sz="1600">
                <a:solidFill>
                  <a:srgbClr val="403C29"/>
                </a:solidFill>
                <a:latin typeface="Noto Sans"/>
                <a:ea typeface="Noto Sans"/>
                <a:cs typeface="Noto Sans"/>
                <a:sym typeface="Noto Sans"/>
              </a:rPr>
              <a:t> Profits</a:t>
            </a:r>
            <a:endParaRPr sz="1600">
              <a:solidFill>
                <a:srgbClr val="403C29"/>
              </a:solidFill>
              <a:latin typeface="Noto Sans"/>
              <a:ea typeface="Noto Sans"/>
              <a:cs typeface="Noto Sans"/>
              <a:sym typeface="Noto Sans"/>
            </a:endParaRPr>
          </a:p>
          <a:p>
            <a:pPr indent="-330200" lvl="0" marL="457200" marR="0" rtl="0" algn="l">
              <a:lnSpc>
                <a:spcPct val="132800"/>
              </a:lnSpc>
              <a:spcBef>
                <a:spcPts val="0"/>
              </a:spcBef>
              <a:spcAft>
                <a:spcPts val="0"/>
              </a:spcAft>
              <a:buClr>
                <a:srgbClr val="403C29"/>
              </a:buClr>
              <a:buSzPts val="1600"/>
              <a:buFont typeface="Noto Sans"/>
              <a:buChar char="●"/>
            </a:pPr>
            <a:r>
              <a:rPr lang="en-US" sz="1600">
                <a:solidFill>
                  <a:srgbClr val="403C29"/>
                </a:solidFill>
                <a:latin typeface="Noto Sans"/>
                <a:ea typeface="Noto Sans"/>
                <a:cs typeface="Noto Sans"/>
                <a:sym typeface="Noto Sans"/>
              </a:rPr>
              <a:t>Focusing Efforts</a:t>
            </a:r>
            <a:endParaRPr sz="1600">
              <a:solidFill>
                <a:srgbClr val="403C29"/>
              </a:solidFill>
              <a:latin typeface="Noto Sans"/>
              <a:ea typeface="Noto Sans"/>
              <a:cs typeface="Noto Sans"/>
              <a:sym typeface="Noto Sans"/>
            </a:endParaRPr>
          </a:p>
          <a:p>
            <a:pPr indent="-330200" lvl="0" marL="457200" marR="0" rtl="0" algn="l">
              <a:lnSpc>
                <a:spcPct val="132800"/>
              </a:lnSpc>
              <a:spcBef>
                <a:spcPts val="0"/>
              </a:spcBef>
              <a:spcAft>
                <a:spcPts val="0"/>
              </a:spcAft>
              <a:buClr>
                <a:srgbClr val="403C29"/>
              </a:buClr>
              <a:buSzPts val="1600"/>
              <a:buFont typeface="Noto Sans"/>
              <a:buChar char="●"/>
            </a:pPr>
            <a:r>
              <a:rPr lang="en-US" sz="1600">
                <a:solidFill>
                  <a:srgbClr val="403C29"/>
                </a:solidFill>
                <a:latin typeface="Noto Sans"/>
                <a:ea typeface="Noto Sans"/>
                <a:cs typeface="Noto Sans"/>
                <a:sym typeface="Noto Sans"/>
              </a:rPr>
              <a:t>Building Relationships</a:t>
            </a:r>
            <a:endParaRPr sz="1600">
              <a:solidFill>
                <a:srgbClr val="403C29"/>
              </a:solidFill>
              <a:latin typeface="Noto Sans"/>
              <a:ea typeface="Noto Sans"/>
              <a:cs typeface="Noto Sans"/>
              <a:sym typeface="Noto Sans"/>
            </a:endParaRPr>
          </a:p>
          <a:p>
            <a:pPr indent="-330200" lvl="0" marL="457200" marR="0" rtl="0" algn="l">
              <a:lnSpc>
                <a:spcPct val="132800"/>
              </a:lnSpc>
              <a:spcBef>
                <a:spcPts val="0"/>
              </a:spcBef>
              <a:spcAft>
                <a:spcPts val="0"/>
              </a:spcAft>
              <a:buClr>
                <a:srgbClr val="403C29"/>
              </a:buClr>
              <a:buSzPts val="1600"/>
              <a:buFont typeface="Noto Sans"/>
              <a:buChar char="●"/>
            </a:pPr>
            <a:r>
              <a:rPr lang="en-US" sz="1600">
                <a:solidFill>
                  <a:srgbClr val="403C29"/>
                </a:solidFill>
                <a:latin typeface="Noto Sans"/>
                <a:ea typeface="Noto Sans"/>
                <a:cs typeface="Noto Sans"/>
                <a:sym typeface="Noto Sans"/>
              </a:rPr>
              <a:t>Marketing efforts</a:t>
            </a:r>
            <a:endParaRPr sz="1600">
              <a:solidFill>
                <a:srgbClr val="403C29"/>
              </a:solidFill>
              <a:latin typeface="Noto Sans"/>
              <a:ea typeface="Noto Sans"/>
              <a:cs typeface="Noto Sans"/>
              <a:sym typeface="Noto Sans"/>
            </a:endParaRPr>
          </a:p>
          <a:p>
            <a:pPr indent="0" lvl="0" marL="0" marR="0" rtl="0" algn="l">
              <a:lnSpc>
                <a:spcPct val="132800"/>
              </a:lnSpc>
              <a:spcBef>
                <a:spcPts val="0"/>
              </a:spcBef>
              <a:spcAft>
                <a:spcPts val="0"/>
              </a:spcAft>
              <a:buNone/>
            </a:pPr>
            <a:br>
              <a:rPr b="0" i="0" lang="en-US" sz="1600" u="none" cap="none" strike="noStrike">
                <a:solidFill>
                  <a:srgbClr val="403C29"/>
                </a:solidFill>
                <a:latin typeface="Noto Sans"/>
                <a:ea typeface="Noto Sans"/>
                <a:cs typeface="Noto Sans"/>
                <a:sym typeface="Noto Sans"/>
              </a:rPr>
            </a:br>
            <a:br>
              <a:rPr b="0" i="0" lang="en-US" sz="1600" u="none" cap="none" strike="noStrike">
                <a:solidFill>
                  <a:srgbClr val="403C29"/>
                </a:solidFill>
                <a:latin typeface="Noto Sans"/>
                <a:ea typeface="Noto Sans"/>
                <a:cs typeface="Noto Sans"/>
                <a:sym typeface="Noto Sans"/>
              </a:rPr>
            </a:br>
            <a:endParaRPr/>
          </a:p>
          <a:p>
            <a:pPr indent="0" lvl="0" marL="0" marR="0" rtl="0" algn="l">
              <a:lnSpc>
                <a:spcPct val="132800"/>
              </a:lnSpc>
              <a:spcBef>
                <a:spcPts val="0"/>
              </a:spcBef>
              <a:spcAft>
                <a:spcPts val="0"/>
              </a:spcAft>
              <a:buNone/>
            </a:pPr>
            <a:r>
              <a:t/>
            </a:r>
            <a:endParaRPr/>
          </a:p>
        </p:txBody>
      </p:sp>
      <p:sp>
        <p:nvSpPr>
          <p:cNvPr id="128" name="Google Shape;128;p15"/>
          <p:cNvSpPr txBox="1"/>
          <p:nvPr/>
        </p:nvSpPr>
        <p:spPr>
          <a:xfrm>
            <a:off x="1244600" y="2260600"/>
            <a:ext cx="5800800" cy="6222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lang="en-US" sz="1600">
                <a:solidFill>
                  <a:srgbClr val="403C29"/>
                </a:solidFill>
                <a:latin typeface="Noto Sans"/>
                <a:ea typeface="Noto Sans"/>
                <a:cs typeface="Noto Sans"/>
                <a:sym typeface="Noto Sans"/>
              </a:rPr>
              <a:t>Timeless Transport Models </a:t>
            </a:r>
            <a:endParaRPr sz="1600">
              <a:solidFill>
                <a:srgbClr val="403C29"/>
              </a:solidFill>
              <a:latin typeface="Noto Sans"/>
              <a:ea typeface="Noto Sans"/>
              <a:cs typeface="Noto Sans"/>
              <a:sym typeface="Noto Sans"/>
            </a:endParaRPr>
          </a:p>
          <a:p>
            <a:pPr indent="0" lvl="0" marL="0" rtl="0" algn="l">
              <a:lnSpc>
                <a:spcPct val="132800"/>
              </a:lnSpc>
              <a:spcBef>
                <a:spcPts val="0"/>
              </a:spcBef>
              <a:spcAft>
                <a:spcPts val="0"/>
              </a:spcAft>
              <a:buClr>
                <a:schemeClr val="dk1"/>
              </a:buClr>
              <a:buFont typeface="Arial"/>
              <a:buNone/>
            </a:pPr>
            <a:r>
              <a:rPr lang="en-US" sz="1600">
                <a:solidFill>
                  <a:srgbClr val="403C29"/>
                </a:solidFill>
                <a:latin typeface="Noto Sans"/>
                <a:ea typeface="Noto Sans"/>
                <a:cs typeface="Noto Sans"/>
                <a:sym typeface="Noto Sans"/>
              </a:rPr>
              <a:t>Serving thousands quality modeled cars, trains, trucks, buses, ships and planes since 2003.</a:t>
            </a:r>
            <a:endParaRPr/>
          </a:p>
        </p:txBody>
      </p:sp>
      <p:pic>
        <p:nvPicPr>
          <p:cNvPr id="129" name="Google Shape;129;p15"/>
          <p:cNvPicPr preferRelativeResize="0"/>
          <p:nvPr/>
        </p:nvPicPr>
        <p:blipFill>
          <a:blip r:embed="rId4">
            <a:alphaModFix/>
          </a:blip>
          <a:stretch>
            <a:fillRect/>
          </a:stretch>
        </p:blipFill>
        <p:spPr>
          <a:xfrm>
            <a:off x="101012" y="3378200"/>
            <a:ext cx="8255588" cy="55037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133" name="Shape 133"/>
        <p:cNvGrpSpPr/>
        <p:nvPr/>
      </p:nvGrpSpPr>
      <p:grpSpPr>
        <a:xfrm>
          <a:off x="0" y="0"/>
          <a:ext cx="0" cy="0"/>
          <a:chOff x="0" y="0"/>
          <a:chExt cx="0" cy="0"/>
        </a:xfrm>
      </p:grpSpPr>
      <p:pic>
        <p:nvPicPr>
          <p:cNvPr id="134" name="Google Shape;134;p16"/>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135" name="Google Shape;135;p16"/>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136" name="Google Shape;136;p16"/>
          <p:cNvSpPr txBox="1"/>
          <p:nvPr/>
        </p:nvSpPr>
        <p:spPr>
          <a:xfrm>
            <a:off x="1206500" y="965200"/>
            <a:ext cx="70739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EDA</a:t>
            </a:r>
            <a:endParaRPr/>
          </a:p>
        </p:txBody>
      </p:sp>
      <p:sp>
        <p:nvSpPr>
          <p:cNvPr id="137" name="Google Shape;137;p16"/>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2</a:t>
            </a:r>
            <a:endParaRPr/>
          </a:p>
        </p:txBody>
      </p:sp>
      <p:sp>
        <p:nvSpPr>
          <p:cNvPr id="138" name="Google Shape;138;p16"/>
          <p:cNvSpPr txBox="1"/>
          <p:nvPr/>
        </p:nvSpPr>
        <p:spPr>
          <a:xfrm rot="-5400000">
            <a:off x="15367050" y="31755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Business - Business Goals</a:t>
            </a:r>
            <a:endParaRPr/>
          </a:p>
        </p:txBody>
      </p:sp>
      <p:pic>
        <p:nvPicPr>
          <p:cNvPr id="139" name="Google Shape;139;p16"/>
          <p:cNvPicPr preferRelativeResize="0"/>
          <p:nvPr/>
        </p:nvPicPr>
        <p:blipFill>
          <a:blip r:embed="rId4">
            <a:alphaModFix/>
          </a:blip>
          <a:stretch>
            <a:fillRect/>
          </a:stretch>
        </p:blipFill>
        <p:spPr>
          <a:xfrm>
            <a:off x="508400" y="2401049"/>
            <a:ext cx="7566576" cy="5404699"/>
          </a:xfrm>
          <a:prstGeom prst="rect">
            <a:avLst/>
          </a:prstGeom>
          <a:noFill/>
          <a:ln>
            <a:noFill/>
          </a:ln>
        </p:spPr>
      </p:pic>
      <p:pic>
        <p:nvPicPr>
          <p:cNvPr id="140" name="Google Shape;140;p16"/>
          <p:cNvPicPr preferRelativeResize="0"/>
          <p:nvPr/>
        </p:nvPicPr>
        <p:blipFill>
          <a:blip r:embed="rId5">
            <a:alphaModFix/>
          </a:blip>
          <a:stretch>
            <a:fillRect/>
          </a:stretch>
        </p:blipFill>
        <p:spPr>
          <a:xfrm>
            <a:off x="8937625" y="2476025"/>
            <a:ext cx="7784351" cy="55602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144" name="Shape 144"/>
        <p:cNvGrpSpPr/>
        <p:nvPr/>
      </p:nvGrpSpPr>
      <p:grpSpPr>
        <a:xfrm>
          <a:off x="0" y="0"/>
          <a:ext cx="0" cy="0"/>
          <a:chOff x="0" y="0"/>
          <a:chExt cx="0" cy="0"/>
        </a:xfrm>
      </p:grpSpPr>
      <p:pic>
        <p:nvPicPr>
          <p:cNvPr id="145" name="Google Shape;145;p17"/>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146" name="Google Shape;146;p17"/>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147" name="Google Shape;147;p17"/>
          <p:cNvSpPr txBox="1"/>
          <p:nvPr/>
        </p:nvSpPr>
        <p:spPr>
          <a:xfrm>
            <a:off x="1206500" y="965200"/>
            <a:ext cx="70740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EDA</a:t>
            </a:r>
            <a:endParaRPr/>
          </a:p>
        </p:txBody>
      </p:sp>
      <p:sp>
        <p:nvSpPr>
          <p:cNvPr id="148" name="Google Shape;148;p17"/>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03</a:t>
            </a:r>
            <a:endParaRPr/>
          </a:p>
        </p:txBody>
      </p:sp>
      <p:sp>
        <p:nvSpPr>
          <p:cNvPr id="149" name="Google Shape;149;p17"/>
          <p:cNvSpPr txBox="1"/>
          <p:nvPr/>
        </p:nvSpPr>
        <p:spPr>
          <a:xfrm rot="-5400000">
            <a:off x="15367050" y="31755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Business - Business Goals</a:t>
            </a:r>
            <a:endParaRPr/>
          </a:p>
        </p:txBody>
      </p:sp>
      <p:pic>
        <p:nvPicPr>
          <p:cNvPr id="150" name="Google Shape;150;p17"/>
          <p:cNvPicPr preferRelativeResize="0"/>
          <p:nvPr/>
        </p:nvPicPr>
        <p:blipFill>
          <a:blip r:embed="rId4">
            <a:alphaModFix/>
          </a:blip>
          <a:stretch>
            <a:fillRect/>
          </a:stretch>
        </p:blipFill>
        <p:spPr>
          <a:xfrm>
            <a:off x="681125" y="1842000"/>
            <a:ext cx="10259061" cy="7327901"/>
          </a:xfrm>
          <a:prstGeom prst="rect">
            <a:avLst/>
          </a:prstGeom>
          <a:noFill/>
          <a:ln>
            <a:noFill/>
          </a:ln>
        </p:spPr>
      </p:pic>
      <p:pic>
        <p:nvPicPr>
          <p:cNvPr id="151" name="Google Shape;151;p17"/>
          <p:cNvPicPr preferRelativeResize="0"/>
          <p:nvPr/>
        </p:nvPicPr>
        <p:blipFill>
          <a:blip r:embed="rId5">
            <a:alphaModFix/>
          </a:blip>
          <a:stretch>
            <a:fillRect/>
          </a:stretch>
        </p:blipFill>
        <p:spPr>
          <a:xfrm>
            <a:off x="11244986" y="3167475"/>
            <a:ext cx="6547713" cy="467693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155" name="Shape 155"/>
        <p:cNvGrpSpPr/>
        <p:nvPr/>
      </p:nvGrpSpPr>
      <p:grpSpPr>
        <a:xfrm>
          <a:off x="0" y="0"/>
          <a:ext cx="0" cy="0"/>
          <a:chOff x="0" y="0"/>
          <a:chExt cx="0" cy="0"/>
        </a:xfrm>
      </p:grpSpPr>
      <p:pic>
        <p:nvPicPr>
          <p:cNvPr id="156" name="Google Shape;156;p18"/>
          <p:cNvPicPr preferRelativeResize="0"/>
          <p:nvPr/>
        </p:nvPicPr>
        <p:blipFill rotWithShape="1">
          <a:blip r:embed="rId3">
            <a:alphaModFix/>
          </a:blip>
          <a:srcRect b="0" l="0" r="0" t="0"/>
          <a:stretch/>
        </p:blipFill>
        <p:spPr>
          <a:xfrm>
            <a:off x="13347700" y="7663375"/>
            <a:ext cx="4940300" cy="2654300"/>
          </a:xfrm>
          <a:prstGeom prst="rect">
            <a:avLst/>
          </a:prstGeom>
          <a:noFill/>
          <a:ln>
            <a:noFill/>
          </a:ln>
        </p:spPr>
      </p:pic>
      <p:pic>
        <p:nvPicPr>
          <p:cNvPr id="157" name="Google Shape;157;p18"/>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sp>
        <p:nvSpPr>
          <p:cNvPr id="158" name="Google Shape;158;p18"/>
          <p:cNvSpPr txBox="1"/>
          <p:nvPr/>
        </p:nvSpPr>
        <p:spPr>
          <a:xfrm>
            <a:off x="1206500" y="965200"/>
            <a:ext cx="99315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Seasonality and Trends</a:t>
            </a:r>
            <a:endParaRPr/>
          </a:p>
        </p:txBody>
      </p:sp>
      <p:sp>
        <p:nvSpPr>
          <p:cNvPr id="159" name="Google Shape;159;p18"/>
          <p:cNvSpPr txBox="1"/>
          <p:nvPr/>
        </p:nvSpPr>
        <p:spPr>
          <a:xfrm>
            <a:off x="17450850" y="1059275"/>
            <a:ext cx="7620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4</a:t>
            </a:r>
            <a:endParaRPr/>
          </a:p>
        </p:txBody>
      </p:sp>
      <p:sp>
        <p:nvSpPr>
          <p:cNvPr id="160" name="Google Shape;160;p18"/>
          <p:cNvSpPr txBox="1"/>
          <p:nvPr/>
        </p:nvSpPr>
        <p:spPr>
          <a:xfrm>
            <a:off x="11075900" y="-350425"/>
            <a:ext cx="2870100" cy="2412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400" u="none" cap="none" strike="noStrike">
                <a:solidFill>
                  <a:srgbClr val="403C29"/>
                </a:solidFill>
                <a:latin typeface="Noto Sans"/>
                <a:ea typeface="Noto Sans"/>
                <a:cs typeface="Noto Sans"/>
                <a:sym typeface="Noto Sans"/>
              </a:rPr>
              <a:t>Automation systems</a:t>
            </a:r>
            <a:endParaRPr/>
          </a:p>
        </p:txBody>
      </p:sp>
      <p:sp>
        <p:nvSpPr>
          <p:cNvPr id="161" name="Google Shape;161;p18"/>
          <p:cNvSpPr txBox="1"/>
          <p:nvPr/>
        </p:nvSpPr>
        <p:spPr>
          <a:xfrm rot="-5400000">
            <a:off x="15298200" y="46989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Anlaysis - Market Analysis</a:t>
            </a:r>
            <a:endParaRPr/>
          </a:p>
        </p:txBody>
      </p:sp>
      <p:grpSp>
        <p:nvGrpSpPr>
          <p:cNvPr id="162" name="Google Shape;162;p18"/>
          <p:cNvGrpSpPr/>
          <p:nvPr/>
        </p:nvGrpSpPr>
        <p:grpSpPr>
          <a:xfrm>
            <a:off x="298200" y="2811975"/>
            <a:ext cx="2723575" cy="6390325"/>
            <a:chOff x="298200" y="2811975"/>
            <a:chExt cx="2723575" cy="6390325"/>
          </a:xfrm>
        </p:grpSpPr>
        <p:grpSp>
          <p:nvGrpSpPr>
            <p:cNvPr id="163" name="Google Shape;163;p18"/>
            <p:cNvGrpSpPr/>
            <p:nvPr/>
          </p:nvGrpSpPr>
          <p:grpSpPr>
            <a:xfrm>
              <a:off x="298200" y="2811975"/>
              <a:ext cx="2723575" cy="6390325"/>
              <a:chOff x="409511" y="2811975"/>
              <a:chExt cx="2723575" cy="6390325"/>
            </a:xfrm>
          </p:grpSpPr>
          <p:pic>
            <p:nvPicPr>
              <p:cNvPr id="164" name="Google Shape;164;p18"/>
              <p:cNvPicPr preferRelativeResize="0"/>
              <p:nvPr/>
            </p:nvPicPr>
            <p:blipFill rotWithShape="1">
              <a:blip r:embed="rId4">
                <a:alphaModFix/>
              </a:blip>
              <a:srcRect b="0" l="0" r="0" t="0"/>
              <a:stretch/>
            </p:blipFill>
            <p:spPr>
              <a:xfrm>
                <a:off x="409511" y="2811975"/>
                <a:ext cx="2723575" cy="6390325"/>
              </a:xfrm>
              <a:prstGeom prst="rect">
                <a:avLst/>
              </a:prstGeom>
              <a:noFill/>
              <a:ln>
                <a:noFill/>
              </a:ln>
              <a:effectLst>
                <a:outerShdw blurRad="635276" dir="2700000" dist="317256">
                  <a:srgbClr val="000000">
                    <a:alpha val="10200"/>
                  </a:srgbClr>
                </a:outerShdw>
              </a:effectLst>
            </p:spPr>
          </p:pic>
          <p:pic>
            <p:nvPicPr>
              <p:cNvPr id="165" name="Google Shape;165;p18"/>
              <p:cNvPicPr preferRelativeResize="0"/>
              <p:nvPr/>
            </p:nvPicPr>
            <p:blipFill rotWithShape="1">
              <a:blip r:embed="rId5">
                <a:alphaModFix/>
              </a:blip>
              <a:srcRect b="53326" l="3148" r="61674" t="0"/>
              <a:stretch/>
            </p:blipFill>
            <p:spPr>
              <a:xfrm>
                <a:off x="571150" y="3031575"/>
                <a:ext cx="2400300" cy="2274826"/>
              </a:xfrm>
              <a:prstGeom prst="rect">
                <a:avLst/>
              </a:prstGeom>
              <a:noFill/>
              <a:ln>
                <a:noFill/>
              </a:ln>
            </p:spPr>
          </p:pic>
        </p:grpSp>
        <p:pic>
          <p:nvPicPr>
            <p:cNvPr id="166" name="Google Shape;166;p18"/>
            <p:cNvPicPr preferRelativeResize="0"/>
            <p:nvPr/>
          </p:nvPicPr>
          <p:blipFill rotWithShape="1">
            <a:blip r:embed="rId5">
              <a:alphaModFix/>
            </a:blip>
            <a:srcRect b="4721" l="36033" r="33050" t="88999"/>
            <a:stretch/>
          </p:blipFill>
          <p:spPr>
            <a:xfrm>
              <a:off x="679521" y="5185819"/>
              <a:ext cx="2109576" cy="306101"/>
            </a:xfrm>
            <a:prstGeom prst="rect">
              <a:avLst/>
            </a:prstGeom>
            <a:noFill/>
            <a:ln>
              <a:noFill/>
            </a:ln>
          </p:spPr>
        </p:pic>
      </p:grpSp>
      <p:grpSp>
        <p:nvGrpSpPr>
          <p:cNvPr id="167" name="Google Shape;167;p18"/>
          <p:cNvGrpSpPr/>
          <p:nvPr/>
        </p:nvGrpSpPr>
        <p:grpSpPr>
          <a:xfrm>
            <a:off x="3301850" y="2811974"/>
            <a:ext cx="2723575" cy="6390325"/>
            <a:chOff x="3301850" y="2811974"/>
            <a:chExt cx="2723575" cy="6390325"/>
          </a:xfrm>
        </p:grpSpPr>
        <p:grpSp>
          <p:nvGrpSpPr>
            <p:cNvPr id="168" name="Google Shape;168;p18"/>
            <p:cNvGrpSpPr/>
            <p:nvPr/>
          </p:nvGrpSpPr>
          <p:grpSpPr>
            <a:xfrm>
              <a:off x="3301850" y="2811974"/>
              <a:ext cx="2723575" cy="6390325"/>
              <a:chOff x="3787761" y="2834499"/>
              <a:chExt cx="2723575" cy="6390325"/>
            </a:xfrm>
          </p:grpSpPr>
          <p:pic>
            <p:nvPicPr>
              <p:cNvPr id="169" name="Google Shape;169;p18"/>
              <p:cNvPicPr preferRelativeResize="0"/>
              <p:nvPr/>
            </p:nvPicPr>
            <p:blipFill rotWithShape="1">
              <a:blip r:embed="rId4">
                <a:alphaModFix/>
              </a:blip>
              <a:srcRect b="0" l="0" r="0" t="0"/>
              <a:stretch/>
            </p:blipFill>
            <p:spPr>
              <a:xfrm>
                <a:off x="3787761" y="2834499"/>
                <a:ext cx="2723575" cy="6390325"/>
              </a:xfrm>
              <a:prstGeom prst="rect">
                <a:avLst/>
              </a:prstGeom>
              <a:noFill/>
              <a:ln>
                <a:noFill/>
              </a:ln>
              <a:effectLst>
                <a:outerShdw blurRad="635276" dir="2700000" dist="317256">
                  <a:srgbClr val="000000">
                    <a:alpha val="10200"/>
                  </a:srgbClr>
                </a:outerShdw>
              </a:effectLst>
            </p:spPr>
          </p:pic>
          <p:pic>
            <p:nvPicPr>
              <p:cNvPr id="170" name="Google Shape;170;p18"/>
              <p:cNvPicPr preferRelativeResize="0"/>
              <p:nvPr/>
            </p:nvPicPr>
            <p:blipFill rotWithShape="1">
              <a:blip r:embed="rId5">
                <a:alphaModFix/>
              </a:blip>
              <a:srcRect b="54663" l="37802" r="31281" t="0"/>
              <a:stretch/>
            </p:blipFill>
            <p:spPr>
              <a:xfrm>
                <a:off x="4258650" y="2961601"/>
                <a:ext cx="2109576" cy="2209651"/>
              </a:xfrm>
              <a:prstGeom prst="rect">
                <a:avLst/>
              </a:prstGeom>
              <a:noFill/>
              <a:ln>
                <a:noFill/>
              </a:ln>
            </p:spPr>
          </p:pic>
          <p:pic>
            <p:nvPicPr>
              <p:cNvPr id="171" name="Google Shape;171;p18"/>
              <p:cNvPicPr preferRelativeResize="0"/>
              <p:nvPr/>
            </p:nvPicPr>
            <p:blipFill rotWithShape="1">
              <a:blip r:embed="rId5">
                <a:alphaModFix/>
              </a:blip>
              <a:srcRect b="50241" l="3148" r="92612" t="0"/>
              <a:stretch/>
            </p:blipFill>
            <p:spPr>
              <a:xfrm>
                <a:off x="4028960" y="2948086"/>
                <a:ext cx="289276" cy="2425200"/>
              </a:xfrm>
              <a:prstGeom prst="rect">
                <a:avLst/>
              </a:prstGeom>
              <a:noFill/>
              <a:ln>
                <a:noFill/>
              </a:ln>
            </p:spPr>
          </p:pic>
        </p:grpSp>
        <p:pic>
          <p:nvPicPr>
            <p:cNvPr id="172" name="Google Shape;172;p18"/>
            <p:cNvPicPr preferRelativeResize="0"/>
            <p:nvPr/>
          </p:nvPicPr>
          <p:blipFill rotWithShape="1">
            <a:blip r:embed="rId5">
              <a:alphaModFix/>
            </a:blip>
            <a:srcRect b="4721" l="36033" r="33050" t="88999"/>
            <a:stretch/>
          </p:blipFill>
          <p:spPr>
            <a:xfrm>
              <a:off x="3716725" y="5111619"/>
              <a:ext cx="2109576" cy="306101"/>
            </a:xfrm>
            <a:prstGeom prst="rect">
              <a:avLst/>
            </a:prstGeom>
            <a:noFill/>
            <a:ln>
              <a:noFill/>
            </a:ln>
          </p:spPr>
        </p:pic>
      </p:grpSp>
      <p:grpSp>
        <p:nvGrpSpPr>
          <p:cNvPr id="173" name="Google Shape;173;p18"/>
          <p:cNvGrpSpPr/>
          <p:nvPr/>
        </p:nvGrpSpPr>
        <p:grpSpPr>
          <a:xfrm>
            <a:off x="6305475" y="2811975"/>
            <a:ext cx="2723575" cy="6390325"/>
            <a:chOff x="6305475" y="2811975"/>
            <a:chExt cx="2723575" cy="6390325"/>
          </a:xfrm>
        </p:grpSpPr>
        <p:grpSp>
          <p:nvGrpSpPr>
            <p:cNvPr id="174" name="Google Shape;174;p18"/>
            <p:cNvGrpSpPr/>
            <p:nvPr/>
          </p:nvGrpSpPr>
          <p:grpSpPr>
            <a:xfrm>
              <a:off x="6305475" y="2811975"/>
              <a:ext cx="2723575" cy="6390325"/>
              <a:chOff x="6695099" y="2862875"/>
              <a:chExt cx="2723575" cy="6390325"/>
            </a:xfrm>
          </p:grpSpPr>
          <p:pic>
            <p:nvPicPr>
              <p:cNvPr id="175" name="Google Shape;175;p18"/>
              <p:cNvPicPr preferRelativeResize="0"/>
              <p:nvPr/>
            </p:nvPicPr>
            <p:blipFill rotWithShape="1">
              <a:blip r:embed="rId4">
                <a:alphaModFix/>
              </a:blip>
              <a:srcRect b="0" l="0" r="0" t="0"/>
              <a:stretch/>
            </p:blipFill>
            <p:spPr>
              <a:xfrm>
                <a:off x="6695099" y="2862875"/>
                <a:ext cx="2723575" cy="6390325"/>
              </a:xfrm>
              <a:prstGeom prst="rect">
                <a:avLst/>
              </a:prstGeom>
              <a:noFill/>
              <a:ln>
                <a:noFill/>
              </a:ln>
              <a:effectLst>
                <a:outerShdw blurRad="635276" dir="2700000" dist="317256">
                  <a:srgbClr val="000000">
                    <a:alpha val="10200"/>
                  </a:srgbClr>
                </a:outerShdw>
              </a:effectLst>
            </p:spPr>
          </p:pic>
          <p:pic>
            <p:nvPicPr>
              <p:cNvPr id="176" name="Google Shape;176;p18"/>
              <p:cNvPicPr preferRelativeResize="0"/>
              <p:nvPr/>
            </p:nvPicPr>
            <p:blipFill rotWithShape="1">
              <a:blip r:embed="rId5">
                <a:alphaModFix/>
              </a:blip>
              <a:srcRect b="55709" l="69083" r="0" t="0"/>
              <a:stretch/>
            </p:blipFill>
            <p:spPr>
              <a:xfrm>
                <a:off x="7165988" y="2989976"/>
                <a:ext cx="2109600" cy="2158750"/>
              </a:xfrm>
              <a:prstGeom prst="rect">
                <a:avLst/>
              </a:prstGeom>
              <a:noFill/>
              <a:ln>
                <a:noFill/>
              </a:ln>
            </p:spPr>
          </p:pic>
          <p:pic>
            <p:nvPicPr>
              <p:cNvPr id="177" name="Google Shape;177;p18"/>
              <p:cNvPicPr preferRelativeResize="0"/>
              <p:nvPr/>
            </p:nvPicPr>
            <p:blipFill rotWithShape="1">
              <a:blip r:embed="rId5">
                <a:alphaModFix/>
              </a:blip>
              <a:srcRect b="50241" l="3148" r="92612" t="0"/>
              <a:stretch/>
            </p:blipFill>
            <p:spPr>
              <a:xfrm>
                <a:off x="6936310" y="2976461"/>
                <a:ext cx="289276" cy="2425200"/>
              </a:xfrm>
              <a:prstGeom prst="rect">
                <a:avLst/>
              </a:prstGeom>
              <a:noFill/>
              <a:ln>
                <a:noFill/>
              </a:ln>
            </p:spPr>
          </p:pic>
        </p:grpSp>
        <p:pic>
          <p:nvPicPr>
            <p:cNvPr id="178" name="Google Shape;178;p18"/>
            <p:cNvPicPr preferRelativeResize="0"/>
            <p:nvPr/>
          </p:nvPicPr>
          <p:blipFill rotWithShape="1">
            <a:blip r:embed="rId5">
              <a:alphaModFix/>
            </a:blip>
            <a:srcRect b="4721" l="36033" r="33050" t="88047"/>
            <a:stretch/>
          </p:blipFill>
          <p:spPr>
            <a:xfrm>
              <a:off x="6716825" y="5111610"/>
              <a:ext cx="2109576" cy="352476"/>
            </a:xfrm>
            <a:prstGeom prst="rect">
              <a:avLst/>
            </a:prstGeom>
            <a:noFill/>
            <a:ln>
              <a:noFill/>
            </a:ln>
          </p:spPr>
        </p:pic>
      </p:grpSp>
      <p:grpSp>
        <p:nvGrpSpPr>
          <p:cNvPr id="179" name="Google Shape;179;p18"/>
          <p:cNvGrpSpPr/>
          <p:nvPr/>
        </p:nvGrpSpPr>
        <p:grpSpPr>
          <a:xfrm>
            <a:off x="9309150" y="2811975"/>
            <a:ext cx="2723575" cy="6390325"/>
            <a:chOff x="9309150" y="2811975"/>
            <a:chExt cx="2723575" cy="6390325"/>
          </a:xfrm>
        </p:grpSpPr>
        <p:grpSp>
          <p:nvGrpSpPr>
            <p:cNvPr id="180" name="Google Shape;180;p18"/>
            <p:cNvGrpSpPr/>
            <p:nvPr/>
          </p:nvGrpSpPr>
          <p:grpSpPr>
            <a:xfrm>
              <a:off x="9309150" y="2811975"/>
              <a:ext cx="2723575" cy="6390325"/>
              <a:chOff x="9420461" y="2811975"/>
              <a:chExt cx="2723575" cy="6390325"/>
            </a:xfrm>
          </p:grpSpPr>
          <p:pic>
            <p:nvPicPr>
              <p:cNvPr id="181" name="Google Shape;181;p18"/>
              <p:cNvPicPr preferRelativeResize="0"/>
              <p:nvPr/>
            </p:nvPicPr>
            <p:blipFill rotWithShape="1">
              <a:blip r:embed="rId4">
                <a:alphaModFix/>
              </a:blip>
              <a:srcRect b="0" l="0" r="0" t="0"/>
              <a:stretch/>
            </p:blipFill>
            <p:spPr>
              <a:xfrm>
                <a:off x="9420461" y="2811975"/>
                <a:ext cx="2723575" cy="6390325"/>
              </a:xfrm>
              <a:prstGeom prst="rect">
                <a:avLst/>
              </a:prstGeom>
              <a:noFill/>
              <a:ln>
                <a:noFill/>
              </a:ln>
              <a:effectLst>
                <a:outerShdw blurRad="635276" dir="2700000" dist="317256">
                  <a:srgbClr val="000000">
                    <a:alpha val="10200"/>
                  </a:srgbClr>
                </a:outerShdw>
              </a:effectLst>
            </p:spPr>
          </p:pic>
          <p:pic>
            <p:nvPicPr>
              <p:cNvPr id="182" name="Google Shape;182;p18"/>
              <p:cNvPicPr preferRelativeResize="0"/>
              <p:nvPr/>
            </p:nvPicPr>
            <p:blipFill rotWithShape="1">
              <a:blip r:embed="rId5">
                <a:alphaModFix/>
              </a:blip>
              <a:srcRect b="10713" l="6802" r="62282" t="43950"/>
              <a:stretch/>
            </p:blipFill>
            <p:spPr>
              <a:xfrm>
                <a:off x="9891350" y="2939076"/>
                <a:ext cx="2109576" cy="2209651"/>
              </a:xfrm>
              <a:prstGeom prst="rect">
                <a:avLst/>
              </a:prstGeom>
              <a:noFill/>
              <a:ln>
                <a:noFill/>
              </a:ln>
            </p:spPr>
          </p:pic>
          <p:pic>
            <p:nvPicPr>
              <p:cNvPr id="183" name="Google Shape;183;p18"/>
              <p:cNvPicPr preferRelativeResize="0"/>
              <p:nvPr/>
            </p:nvPicPr>
            <p:blipFill rotWithShape="1">
              <a:blip r:embed="rId5">
                <a:alphaModFix/>
              </a:blip>
              <a:srcRect b="50241" l="3148" r="92612" t="0"/>
              <a:stretch/>
            </p:blipFill>
            <p:spPr>
              <a:xfrm>
                <a:off x="9661660" y="2925561"/>
                <a:ext cx="289276" cy="2425200"/>
              </a:xfrm>
              <a:prstGeom prst="rect">
                <a:avLst/>
              </a:prstGeom>
              <a:noFill/>
              <a:ln>
                <a:noFill/>
              </a:ln>
            </p:spPr>
          </p:pic>
        </p:grpSp>
        <p:pic>
          <p:nvPicPr>
            <p:cNvPr id="184" name="Google Shape;184;p18"/>
            <p:cNvPicPr preferRelativeResize="0"/>
            <p:nvPr/>
          </p:nvPicPr>
          <p:blipFill rotWithShape="1">
            <a:blip r:embed="rId5">
              <a:alphaModFix/>
            </a:blip>
            <a:srcRect b="4721" l="36033" r="33050" t="88999"/>
            <a:stretch/>
          </p:blipFill>
          <p:spPr>
            <a:xfrm>
              <a:off x="9684600" y="5167272"/>
              <a:ext cx="2109576" cy="306101"/>
            </a:xfrm>
            <a:prstGeom prst="rect">
              <a:avLst/>
            </a:prstGeom>
            <a:noFill/>
            <a:ln>
              <a:noFill/>
            </a:ln>
          </p:spPr>
        </p:pic>
      </p:grpSp>
      <p:grpSp>
        <p:nvGrpSpPr>
          <p:cNvPr id="185" name="Google Shape;185;p18"/>
          <p:cNvGrpSpPr/>
          <p:nvPr/>
        </p:nvGrpSpPr>
        <p:grpSpPr>
          <a:xfrm>
            <a:off x="12312800" y="2862875"/>
            <a:ext cx="2723575" cy="6390325"/>
            <a:chOff x="12312800" y="2862875"/>
            <a:chExt cx="2723575" cy="6390325"/>
          </a:xfrm>
        </p:grpSpPr>
        <p:grpSp>
          <p:nvGrpSpPr>
            <p:cNvPr id="186" name="Google Shape;186;p18"/>
            <p:cNvGrpSpPr/>
            <p:nvPr/>
          </p:nvGrpSpPr>
          <p:grpSpPr>
            <a:xfrm>
              <a:off x="12312800" y="2862875"/>
              <a:ext cx="2723575" cy="6390325"/>
              <a:chOff x="12424111" y="2862875"/>
              <a:chExt cx="2723575" cy="6390325"/>
            </a:xfrm>
          </p:grpSpPr>
          <p:pic>
            <p:nvPicPr>
              <p:cNvPr id="187" name="Google Shape;187;p18"/>
              <p:cNvPicPr preferRelativeResize="0"/>
              <p:nvPr/>
            </p:nvPicPr>
            <p:blipFill rotWithShape="1">
              <a:blip r:embed="rId4">
                <a:alphaModFix/>
              </a:blip>
              <a:srcRect b="0" l="0" r="0" t="0"/>
              <a:stretch/>
            </p:blipFill>
            <p:spPr>
              <a:xfrm>
                <a:off x="12424111" y="2862875"/>
                <a:ext cx="2723575" cy="6390325"/>
              </a:xfrm>
              <a:prstGeom prst="rect">
                <a:avLst/>
              </a:prstGeom>
              <a:noFill/>
              <a:ln>
                <a:noFill/>
              </a:ln>
              <a:effectLst>
                <a:outerShdw blurRad="635276" dir="2700000" dist="317256">
                  <a:srgbClr val="000000">
                    <a:alpha val="10200"/>
                  </a:srgbClr>
                </a:outerShdw>
              </a:effectLst>
            </p:spPr>
          </p:pic>
          <p:pic>
            <p:nvPicPr>
              <p:cNvPr id="188" name="Google Shape;188;p18"/>
              <p:cNvPicPr preferRelativeResize="0"/>
              <p:nvPr/>
            </p:nvPicPr>
            <p:blipFill rotWithShape="1">
              <a:blip r:embed="rId5">
                <a:alphaModFix/>
              </a:blip>
              <a:srcRect b="11294" l="36850" r="32234" t="44415"/>
              <a:stretch/>
            </p:blipFill>
            <p:spPr>
              <a:xfrm>
                <a:off x="12895000" y="2989976"/>
                <a:ext cx="2109576" cy="2158750"/>
              </a:xfrm>
              <a:prstGeom prst="rect">
                <a:avLst/>
              </a:prstGeom>
              <a:noFill/>
              <a:ln>
                <a:noFill/>
              </a:ln>
            </p:spPr>
          </p:pic>
          <p:pic>
            <p:nvPicPr>
              <p:cNvPr id="189" name="Google Shape;189;p18"/>
              <p:cNvPicPr preferRelativeResize="0"/>
              <p:nvPr/>
            </p:nvPicPr>
            <p:blipFill rotWithShape="1">
              <a:blip r:embed="rId5">
                <a:alphaModFix/>
              </a:blip>
              <a:srcRect b="50241" l="3148" r="92612" t="0"/>
              <a:stretch/>
            </p:blipFill>
            <p:spPr>
              <a:xfrm>
                <a:off x="12665310" y="2976461"/>
                <a:ext cx="289276" cy="2425200"/>
              </a:xfrm>
              <a:prstGeom prst="rect">
                <a:avLst/>
              </a:prstGeom>
              <a:noFill/>
              <a:ln>
                <a:noFill/>
              </a:ln>
            </p:spPr>
          </p:pic>
        </p:grpSp>
        <p:pic>
          <p:nvPicPr>
            <p:cNvPr id="190" name="Google Shape;190;p18"/>
            <p:cNvPicPr preferRelativeResize="0"/>
            <p:nvPr/>
          </p:nvPicPr>
          <p:blipFill rotWithShape="1">
            <a:blip r:embed="rId5">
              <a:alphaModFix/>
            </a:blip>
            <a:srcRect b="4721" l="36033" r="33050" t="88999"/>
            <a:stretch/>
          </p:blipFill>
          <p:spPr>
            <a:xfrm>
              <a:off x="12754121" y="5134782"/>
              <a:ext cx="2109576" cy="306101"/>
            </a:xfrm>
            <a:prstGeom prst="rect">
              <a:avLst/>
            </a:prstGeom>
            <a:noFill/>
            <a:ln>
              <a:noFill/>
            </a:ln>
          </p:spPr>
        </p:pic>
      </p:grpSp>
      <p:grpSp>
        <p:nvGrpSpPr>
          <p:cNvPr id="191" name="Google Shape;191;p18"/>
          <p:cNvGrpSpPr/>
          <p:nvPr/>
        </p:nvGrpSpPr>
        <p:grpSpPr>
          <a:xfrm>
            <a:off x="15253375" y="2811975"/>
            <a:ext cx="2723575" cy="6441226"/>
            <a:chOff x="15253375" y="2811975"/>
            <a:chExt cx="2723575" cy="6441226"/>
          </a:xfrm>
        </p:grpSpPr>
        <p:pic>
          <p:nvPicPr>
            <p:cNvPr id="192" name="Google Shape;192;p18"/>
            <p:cNvPicPr preferRelativeResize="0"/>
            <p:nvPr/>
          </p:nvPicPr>
          <p:blipFill rotWithShape="1">
            <a:blip r:embed="rId4">
              <a:alphaModFix/>
            </a:blip>
            <a:srcRect b="0" l="0" r="0" t="0"/>
            <a:stretch/>
          </p:blipFill>
          <p:spPr>
            <a:xfrm>
              <a:off x="15253375" y="2811975"/>
              <a:ext cx="2723575" cy="6441226"/>
            </a:xfrm>
            <a:prstGeom prst="rect">
              <a:avLst/>
            </a:prstGeom>
            <a:noFill/>
            <a:ln>
              <a:noFill/>
            </a:ln>
            <a:effectLst>
              <a:outerShdw blurRad="635276" dir="2700000" dist="317256">
                <a:srgbClr val="000000">
                  <a:alpha val="10200"/>
                </a:srgbClr>
              </a:outerShdw>
            </a:effectLst>
          </p:spPr>
        </p:pic>
        <p:pic>
          <p:nvPicPr>
            <p:cNvPr id="193" name="Google Shape;193;p18"/>
            <p:cNvPicPr preferRelativeResize="0"/>
            <p:nvPr/>
          </p:nvPicPr>
          <p:blipFill rotWithShape="1">
            <a:blip r:embed="rId5">
              <a:alphaModFix/>
            </a:blip>
            <a:srcRect b="10722" l="67992" r="1091" t="45316"/>
            <a:stretch/>
          </p:blipFill>
          <p:spPr>
            <a:xfrm>
              <a:off x="15724275" y="3024525"/>
              <a:ext cx="2109576" cy="2142751"/>
            </a:xfrm>
            <a:prstGeom prst="rect">
              <a:avLst/>
            </a:prstGeom>
            <a:noFill/>
            <a:ln>
              <a:noFill/>
            </a:ln>
          </p:spPr>
        </p:pic>
        <p:pic>
          <p:nvPicPr>
            <p:cNvPr id="194" name="Google Shape;194;p18"/>
            <p:cNvPicPr preferRelativeResize="0"/>
            <p:nvPr/>
          </p:nvPicPr>
          <p:blipFill rotWithShape="1">
            <a:blip r:embed="rId5">
              <a:alphaModFix/>
            </a:blip>
            <a:srcRect b="50241" l="3148" r="92612" t="0"/>
            <a:stretch/>
          </p:blipFill>
          <p:spPr>
            <a:xfrm>
              <a:off x="15494589" y="2925561"/>
              <a:ext cx="289276" cy="2425200"/>
            </a:xfrm>
            <a:prstGeom prst="rect">
              <a:avLst/>
            </a:prstGeom>
            <a:noFill/>
            <a:ln>
              <a:noFill/>
            </a:ln>
          </p:spPr>
        </p:pic>
        <p:pic>
          <p:nvPicPr>
            <p:cNvPr id="195" name="Google Shape;195;p18"/>
            <p:cNvPicPr preferRelativeResize="0"/>
            <p:nvPr/>
          </p:nvPicPr>
          <p:blipFill rotWithShape="1">
            <a:blip r:embed="rId5">
              <a:alphaModFix/>
            </a:blip>
            <a:srcRect b="4721" l="36033" r="33050" t="88999"/>
            <a:stretch/>
          </p:blipFill>
          <p:spPr>
            <a:xfrm>
              <a:off x="15724271" y="5111619"/>
              <a:ext cx="2109576" cy="306101"/>
            </a:xfrm>
            <a:prstGeom prst="rect">
              <a:avLst/>
            </a:prstGeom>
            <a:noFill/>
            <a:ln>
              <a:noFill/>
            </a:ln>
          </p:spPr>
        </p:pic>
      </p:grpSp>
      <p:sp>
        <p:nvSpPr>
          <p:cNvPr id="196" name="Google Shape;196;p18"/>
          <p:cNvSpPr txBox="1"/>
          <p:nvPr/>
        </p:nvSpPr>
        <p:spPr>
          <a:xfrm>
            <a:off x="357413" y="7228025"/>
            <a:ext cx="2560200" cy="35250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Weak Seasonality</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Flat Trendline</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Irregular Productions</a:t>
            </a:r>
            <a:endParaRPr sz="1600">
              <a:solidFill>
                <a:schemeClr val="dk1"/>
              </a:solidFill>
              <a:latin typeface="Century Gothic"/>
              <a:ea typeface="Century Gothic"/>
              <a:cs typeface="Century Gothic"/>
              <a:sym typeface="Century Gothic"/>
            </a:endParaRPr>
          </a:p>
        </p:txBody>
      </p:sp>
      <p:sp>
        <p:nvSpPr>
          <p:cNvPr id="197" name="Google Shape;197;p18"/>
          <p:cNvSpPr txBox="1"/>
          <p:nvPr/>
        </p:nvSpPr>
        <p:spPr>
          <a:xfrm>
            <a:off x="3331450" y="7228025"/>
            <a:ext cx="2560200" cy="19386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Moderate</a:t>
            </a:r>
            <a:r>
              <a:rPr lang="en-US" sz="1600">
                <a:solidFill>
                  <a:schemeClr val="dk1"/>
                </a:solidFill>
                <a:latin typeface="Century Gothic"/>
                <a:ea typeface="Century Gothic"/>
                <a:cs typeface="Century Gothic"/>
                <a:sym typeface="Century Gothic"/>
              </a:rPr>
              <a:t> Seasonality</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Curved Trendline</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Irregular Productions</a:t>
            </a:r>
            <a:endParaRPr sz="1600">
              <a:solidFill>
                <a:schemeClr val="dk1"/>
              </a:solidFill>
              <a:latin typeface="Century Gothic"/>
              <a:ea typeface="Century Gothic"/>
              <a:cs typeface="Century Gothic"/>
              <a:sym typeface="Century Gothic"/>
            </a:endParaRPr>
          </a:p>
        </p:txBody>
      </p:sp>
      <p:sp>
        <p:nvSpPr>
          <p:cNvPr id="198" name="Google Shape;198;p18"/>
          <p:cNvSpPr txBox="1"/>
          <p:nvPr/>
        </p:nvSpPr>
        <p:spPr>
          <a:xfrm>
            <a:off x="6428025" y="7164325"/>
            <a:ext cx="2560200" cy="18831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Weak </a:t>
            </a:r>
            <a:r>
              <a:rPr lang="en-US" sz="1600">
                <a:solidFill>
                  <a:schemeClr val="dk1"/>
                </a:solidFill>
                <a:latin typeface="Century Gothic"/>
                <a:ea typeface="Century Gothic"/>
                <a:cs typeface="Century Gothic"/>
                <a:sym typeface="Century Gothic"/>
              </a:rPr>
              <a:t>Seasonality</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Curved Trendline</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Irregular Productions</a:t>
            </a:r>
            <a:endParaRPr sz="1600">
              <a:solidFill>
                <a:schemeClr val="dk1"/>
              </a:solidFill>
              <a:latin typeface="Century Gothic"/>
              <a:ea typeface="Century Gothic"/>
              <a:cs typeface="Century Gothic"/>
              <a:sym typeface="Century Gothic"/>
            </a:endParaRPr>
          </a:p>
        </p:txBody>
      </p:sp>
      <p:sp>
        <p:nvSpPr>
          <p:cNvPr id="199" name="Google Shape;199;p18"/>
          <p:cNvSpPr txBox="1"/>
          <p:nvPr/>
        </p:nvSpPr>
        <p:spPr>
          <a:xfrm>
            <a:off x="9390825" y="7164325"/>
            <a:ext cx="2560200" cy="22170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Rough 4 Month Seasonality</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Strong Upward Trendline</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Low-High Production</a:t>
            </a:r>
            <a:endParaRPr sz="1600">
              <a:solidFill>
                <a:schemeClr val="dk1"/>
              </a:solidFill>
              <a:latin typeface="Century Gothic"/>
              <a:ea typeface="Century Gothic"/>
              <a:cs typeface="Century Gothic"/>
              <a:sym typeface="Century Gothic"/>
            </a:endParaRPr>
          </a:p>
        </p:txBody>
      </p:sp>
      <p:sp>
        <p:nvSpPr>
          <p:cNvPr id="200" name="Google Shape;200;p18"/>
          <p:cNvSpPr txBox="1"/>
          <p:nvPr/>
        </p:nvSpPr>
        <p:spPr>
          <a:xfrm>
            <a:off x="12362950" y="7164325"/>
            <a:ext cx="2560200" cy="16419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Low </a:t>
            </a:r>
            <a:r>
              <a:rPr lang="en-US" sz="1600">
                <a:solidFill>
                  <a:schemeClr val="dk1"/>
                </a:solidFill>
                <a:latin typeface="Century Gothic"/>
                <a:ea typeface="Century Gothic"/>
                <a:cs typeface="Century Gothic"/>
                <a:sym typeface="Century Gothic"/>
              </a:rPr>
              <a:t>Seasonality</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Curved Trendline</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Irregular Productions</a:t>
            </a:r>
            <a:endParaRPr sz="1600">
              <a:solidFill>
                <a:schemeClr val="dk1"/>
              </a:solidFill>
              <a:latin typeface="Century Gothic"/>
              <a:ea typeface="Century Gothic"/>
              <a:cs typeface="Century Gothic"/>
              <a:sym typeface="Century Gothic"/>
            </a:endParaRPr>
          </a:p>
        </p:txBody>
      </p:sp>
      <p:sp>
        <p:nvSpPr>
          <p:cNvPr id="201" name="Google Shape;201;p18"/>
          <p:cNvSpPr txBox="1"/>
          <p:nvPr/>
        </p:nvSpPr>
        <p:spPr>
          <a:xfrm>
            <a:off x="15316450" y="7117975"/>
            <a:ext cx="2560200" cy="19758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Moderate</a:t>
            </a:r>
            <a:r>
              <a:rPr lang="en-US" sz="1600">
                <a:solidFill>
                  <a:schemeClr val="dk1"/>
                </a:solidFill>
                <a:latin typeface="Century Gothic"/>
                <a:ea typeface="Century Gothic"/>
                <a:cs typeface="Century Gothic"/>
                <a:sym typeface="Century Gothic"/>
              </a:rPr>
              <a:t> Seasonality</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Curved Trendline</a:t>
            </a:r>
            <a:endParaRPr sz="1600">
              <a:solidFill>
                <a:schemeClr val="dk1"/>
              </a:solidFill>
              <a:latin typeface="Century Gothic"/>
              <a:ea typeface="Century Gothic"/>
              <a:cs typeface="Century Gothic"/>
              <a:sym typeface="Century Gothic"/>
            </a:endParaRPr>
          </a:p>
          <a:p>
            <a:pPr indent="0" lvl="0" marL="45720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330200" lvl="0" marL="457200" rtl="0" algn="l">
              <a:spcBef>
                <a:spcPts val="0"/>
              </a:spcBef>
              <a:spcAft>
                <a:spcPts val="0"/>
              </a:spcAft>
              <a:buClr>
                <a:schemeClr val="dk1"/>
              </a:buClr>
              <a:buSzPts val="1600"/>
              <a:buFont typeface="Century Gothic"/>
              <a:buChar char="●"/>
            </a:pPr>
            <a:r>
              <a:rPr lang="en-US" sz="1600">
                <a:solidFill>
                  <a:schemeClr val="dk1"/>
                </a:solidFill>
                <a:latin typeface="Century Gothic"/>
                <a:ea typeface="Century Gothic"/>
                <a:cs typeface="Century Gothic"/>
                <a:sym typeface="Century Gothic"/>
              </a:rPr>
              <a:t>Low-High Production</a:t>
            </a:r>
            <a:endParaRPr sz="1600">
              <a:solidFill>
                <a:schemeClr val="dk1"/>
              </a:solidFill>
              <a:latin typeface="Century Gothic"/>
              <a:ea typeface="Century Gothic"/>
              <a:cs typeface="Century Gothic"/>
              <a:sym typeface="Century Gothic"/>
            </a:endParaRPr>
          </a:p>
        </p:txBody>
      </p:sp>
      <p:pic>
        <p:nvPicPr>
          <p:cNvPr id="202" name="Google Shape;202;p18"/>
          <p:cNvPicPr preferRelativeResize="0"/>
          <p:nvPr/>
        </p:nvPicPr>
        <p:blipFill rotWithShape="1">
          <a:blip r:embed="rId6">
            <a:alphaModFix/>
          </a:blip>
          <a:srcRect b="4858" l="7450" r="0" t="5832"/>
          <a:stretch/>
        </p:blipFill>
        <p:spPr>
          <a:xfrm>
            <a:off x="498300" y="5566125"/>
            <a:ext cx="2441774" cy="1454900"/>
          </a:xfrm>
          <a:prstGeom prst="rect">
            <a:avLst/>
          </a:prstGeom>
          <a:noFill/>
          <a:ln>
            <a:noFill/>
          </a:ln>
        </p:spPr>
      </p:pic>
      <p:pic>
        <p:nvPicPr>
          <p:cNvPr id="203" name="Google Shape;203;p18"/>
          <p:cNvPicPr preferRelativeResize="0"/>
          <p:nvPr/>
        </p:nvPicPr>
        <p:blipFill rotWithShape="1">
          <a:blip r:embed="rId7">
            <a:alphaModFix/>
          </a:blip>
          <a:srcRect b="5906" l="7236" r="0" t="6978"/>
          <a:stretch/>
        </p:blipFill>
        <p:spPr>
          <a:xfrm>
            <a:off x="3383525" y="5551286"/>
            <a:ext cx="2560200" cy="1484588"/>
          </a:xfrm>
          <a:prstGeom prst="rect">
            <a:avLst/>
          </a:prstGeom>
          <a:noFill/>
          <a:ln>
            <a:noFill/>
          </a:ln>
        </p:spPr>
      </p:pic>
      <p:pic>
        <p:nvPicPr>
          <p:cNvPr id="204" name="Google Shape;204;p18"/>
          <p:cNvPicPr preferRelativeResize="0"/>
          <p:nvPr/>
        </p:nvPicPr>
        <p:blipFill rotWithShape="1">
          <a:blip r:embed="rId8">
            <a:alphaModFix/>
          </a:blip>
          <a:srcRect b="5753" l="7628" r="915" t="8122"/>
          <a:stretch/>
        </p:blipFill>
        <p:spPr>
          <a:xfrm>
            <a:off x="6346337" y="5549318"/>
            <a:ext cx="2560200" cy="1488519"/>
          </a:xfrm>
          <a:prstGeom prst="rect">
            <a:avLst/>
          </a:prstGeom>
          <a:noFill/>
          <a:ln>
            <a:noFill/>
          </a:ln>
        </p:spPr>
      </p:pic>
      <p:pic>
        <p:nvPicPr>
          <p:cNvPr id="205" name="Google Shape;205;p18"/>
          <p:cNvPicPr preferRelativeResize="0"/>
          <p:nvPr/>
        </p:nvPicPr>
        <p:blipFill rotWithShape="1">
          <a:blip r:embed="rId9">
            <a:alphaModFix/>
          </a:blip>
          <a:srcRect b="6083" l="7254" r="1389" t="7755"/>
          <a:stretch/>
        </p:blipFill>
        <p:spPr>
          <a:xfrm>
            <a:off x="9388775" y="5549324"/>
            <a:ext cx="2556055" cy="1488500"/>
          </a:xfrm>
          <a:prstGeom prst="rect">
            <a:avLst/>
          </a:prstGeom>
          <a:noFill/>
          <a:ln>
            <a:noFill/>
          </a:ln>
        </p:spPr>
      </p:pic>
      <p:pic>
        <p:nvPicPr>
          <p:cNvPr id="206" name="Google Shape;206;p18"/>
          <p:cNvPicPr preferRelativeResize="0"/>
          <p:nvPr/>
        </p:nvPicPr>
        <p:blipFill rotWithShape="1">
          <a:blip r:embed="rId10">
            <a:alphaModFix/>
          </a:blip>
          <a:srcRect b="3979" l="7493" r="680" t="6399"/>
          <a:stretch/>
        </p:blipFill>
        <p:spPr>
          <a:xfrm>
            <a:off x="12400054" y="5522063"/>
            <a:ext cx="2560200" cy="1543011"/>
          </a:xfrm>
          <a:prstGeom prst="rect">
            <a:avLst/>
          </a:prstGeom>
          <a:noFill/>
          <a:ln>
            <a:noFill/>
          </a:ln>
        </p:spPr>
      </p:pic>
      <p:pic>
        <p:nvPicPr>
          <p:cNvPr id="207" name="Google Shape;207;p18"/>
          <p:cNvPicPr preferRelativeResize="0"/>
          <p:nvPr/>
        </p:nvPicPr>
        <p:blipFill rotWithShape="1">
          <a:blip r:embed="rId11">
            <a:alphaModFix/>
          </a:blip>
          <a:srcRect b="5088" l="6971" r="1672" t="7789"/>
          <a:stretch/>
        </p:blipFill>
        <p:spPr>
          <a:xfrm>
            <a:off x="15316450" y="5549325"/>
            <a:ext cx="2560200" cy="150753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211" name="Shape 211"/>
        <p:cNvGrpSpPr/>
        <p:nvPr/>
      </p:nvGrpSpPr>
      <p:grpSpPr>
        <a:xfrm>
          <a:off x="0" y="0"/>
          <a:ext cx="0" cy="0"/>
          <a:chOff x="0" y="0"/>
          <a:chExt cx="0" cy="0"/>
        </a:xfrm>
      </p:grpSpPr>
      <p:pic>
        <p:nvPicPr>
          <p:cNvPr id="212" name="Google Shape;212;p19"/>
          <p:cNvPicPr preferRelativeResize="0"/>
          <p:nvPr/>
        </p:nvPicPr>
        <p:blipFill rotWithShape="1">
          <a:blip r:embed="rId3">
            <a:alphaModFix/>
          </a:blip>
          <a:srcRect b="0" l="0" r="0" t="0"/>
          <a:stretch/>
        </p:blipFill>
        <p:spPr>
          <a:xfrm>
            <a:off x="13347700" y="7663375"/>
            <a:ext cx="4940300" cy="2654300"/>
          </a:xfrm>
          <a:prstGeom prst="rect">
            <a:avLst/>
          </a:prstGeom>
          <a:noFill/>
          <a:ln>
            <a:noFill/>
          </a:ln>
        </p:spPr>
      </p:pic>
      <p:pic>
        <p:nvPicPr>
          <p:cNvPr id="213" name="Google Shape;213;p19"/>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sp>
        <p:nvSpPr>
          <p:cNvPr id="214" name="Google Shape;214;p19"/>
          <p:cNvSpPr txBox="1"/>
          <p:nvPr/>
        </p:nvSpPr>
        <p:spPr>
          <a:xfrm>
            <a:off x="1299262" y="445735"/>
            <a:ext cx="156342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Forecasting Production </a:t>
            </a:r>
            <a:r>
              <a:rPr lang="en-US" sz="4300">
                <a:solidFill>
                  <a:srgbClr val="403C29"/>
                </a:solidFill>
              </a:rPr>
              <a:t>June 2005 - December 2005</a:t>
            </a:r>
            <a:r>
              <a:rPr lang="en-US" sz="6000">
                <a:solidFill>
                  <a:srgbClr val="403C29"/>
                </a:solidFill>
              </a:rPr>
              <a:t> </a:t>
            </a:r>
            <a:endParaRPr/>
          </a:p>
        </p:txBody>
      </p:sp>
      <p:sp>
        <p:nvSpPr>
          <p:cNvPr id="215" name="Google Shape;215;p19"/>
          <p:cNvSpPr txBox="1"/>
          <p:nvPr/>
        </p:nvSpPr>
        <p:spPr>
          <a:xfrm>
            <a:off x="17450850" y="1059275"/>
            <a:ext cx="7620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5</a:t>
            </a:r>
            <a:endParaRPr/>
          </a:p>
        </p:txBody>
      </p:sp>
      <p:sp>
        <p:nvSpPr>
          <p:cNvPr id="216" name="Google Shape;216;p19"/>
          <p:cNvSpPr txBox="1"/>
          <p:nvPr/>
        </p:nvSpPr>
        <p:spPr>
          <a:xfrm>
            <a:off x="11075900" y="-350425"/>
            <a:ext cx="2870100" cy="2412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0" i="0" lang="en-US" sz="1400" u="none" cap="none" strike="noStrike">
                <a:solidFill>
                  <a:srgbClr val="403C29"/>
                </a:solidFill>
                <a:latin typeface="Noto Sans"/>
                <a:ea typeface="Noto Sans"/>
                <a:cs typeface="Noto Sans"/>
                <a:sym typeface="Noto Sans"/>
              </a:rPr>
              <a:t>Automation systems</a:t>
            </a:r>
            <a:endParaRPr/>
          </a:p>
        </p:txBody>
      </p:sp>
      <p:sp>
        <p:nvSpPr>
          <p:cNvPr id="217" name="Google Shape;217;p19"/>
          <p:cNvSpPr txBox="1"/>
          <p:nvPr/>
        </p:nvSpPr>
        <p:spPr>
          <a:xfrm rot="-5400000">
            <a:off x="15298200" y="46989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Anlaysis - Market Analysis</a:t>
            </a:r>
            <a:endParaRPr/>
          </a:p>
        </p:txBody>
      </p:sp>
      <p:pic>
        <p:nvPicPr>
          <p:cNvPr id="218" name="Google Shape;218;p19"/>
          <p:cNvPicPr preferRelativeResize="0"/>
          <p:nvPr/>
        </p:nvPicPr>
        <p:blipFill rotWithShape="1">
          <a:blip r:embed="rId4">
            <a:alphaModFix/>
          </a:blip>
          <a:srcRect b="0" l="0" r="0" t="0"/>
          <a:stretch/>
        </p:blipFill>
        <p:spPr>
          <a:xfrm>
            <a:off x="298189" y="2811975"/>
            <a:ext cx="2723575" cy="6484425"/>
          </a:xfrm>
          <a:prstGeom prst="rect">
            <a:avLst/>
          </a:prstGeom>
          <a:noFill/>
          <a:ln>
            <a:noFill/>
          </a:ln>
          <a:effectLst>
            <a:outerShdw blurRad="635276" dir="2700000" dist="317256">
              <a:srgbClr val="000000">
                <a:alpha val="10200"/>
              </a:srgbClr>
            </a:outerShdw>
          </a:effectLst>
        </p:spPr>
      </p:pic>
      <p:pic>
        <p:nvPicPr>
          <p:cNvPr id="219" name="Google Shape;219;p19"/>
          <p:cNvPicPr preferRelativeResize="0"/>
          <p:nvPr/>
        </p:nvPicPr>
        <p:blipFill rotWithShape="1">
          <a:blip r:embed="rId4">
            <a:alphaModFix/>
          </a:blip>
          <a:srcRect b="0" l="0" r="0" t="0"/>
          <a:stretch/>
        </p:blipFill>
        <p:spPr>
          <a:xfrm>
            <a:off x="6305476" y="2811987"/>
            <a:ext cx="2723575" cy="6484425"/>
          </a:xfrm>
          <a:prstGeom prst="rect">
            <a:avLst/>
          </a:prstGeom>
          <a:noFill/>
          <a:ln>
            <a:noFill/>
          </a:ln>
          <a:effectLst>
            <a:outerShdw blurRad="635276" dir="2700000" dist="317256">
              <a:srgbClr val="000000">
                <a:alpha val="10200"/>
              </a:srgbClr>
            </a:outerShdw>
          </a:effectLst>
        </p:spPr>
      </p:pic>
      <p:pic>
        <p:nvPicPr>
          <p:cNvPr id="220" name="Google Shape;220;p19"/>
          <p:cNvPicPr preferRelativeResize="0"/>
          <p:nvPr/>
        </p:nvPicPr>
        <p:blipFill rotWithShape="1">
          <a:blip r:embed="rId4">
            <a:alphaModFix/>
          </a:blip>
          <a:srcRect b="0" l="0" r="0" t="0"/>
          <a:stretch/>
        </p:blipFill>
        <p:spPr>
          <a:xfrm>
            <a:off x="9309139" y="2811987"/>
            <a:ext cx="2723575" cy="6484425"/>
          </a:xfrm>
          <a:prstGeom prst="rect">
            <a:avLst/>
          </a:prstGeom>
          <a:noFill/>
          <a:ln>
            <a:noFill/>
          </a:ln>
          <a:effectLst>
            <a:outerShdw blurRad="635276" dir="2700000" dist="317256">
              <a:srgbClr val="000000">
                <a:alpha val="10200"/>
              </a:srgbClr>
            </a:outerShdw>
          </a:effectLst>
        </p:spPr>
      </p:pic>
      <p:pic>
        <p:nvPicPr>
          <p:cNvPr id="221" name="Google Shape;221;p19"/>
          <p:cNvPicPr preferRelativeResize="0"/>
          <p:nvPr/>
        </p:nvPicPr>
        <p:blipFill rotWithShape="1">
          <a:blip r:embed="rId4">
            <a:alphaModFix/>
          </a:blip>
          <a:srcRect b="0" l="0" r="0" t="0"/>
          <a:stretch/>
        </p:blipFill>
        <p:spPr>
          <a:xfrm>
            <a:off x="3301839" y="2811987"/>
            <a:ext cx="2723575" cy="6484425"/>
          </a:xfrm>
          <a:prstGeom prst="rect">
            <a:avLst/>
          </a:prstGeom>
          <a:noFill/>
          <a:ln>
            <a:noFill/>
          </a:ln>
          <a:effectLst>
            <a:outerShdw blurRad="635276" dir="2700000" dist="317256">
              <a:srgbClr val="000000">
                <a:alpha val="10200"/>
              </a:srgbClr>
            </a:outerShdw>
          </a:effectLst>
        </p:spPr>
      </p:pic>
      <p:pic>
        <p:nvPicPr>
          <p:cNvPr id="222" name="Google Shape;222;p19"/>
          <p:cNvPicPr preferRelativeResize="0"/>
          <p:nvPr/>
        </p:nvPicPr>
        <p:blipFill rotWithShape="1">
          <a:blip r:embed="rId4">
            <a:alphaModFix/>
          </a:blip>
          <a:srcRect b="0" l="0" r="0" t="0"/>
          <a:stretch/>
        </p:blipFill>
        <p:spPr>
          <a:xfrm>
            <a:off x="12312789" y="2862887"/>
            <a:ext cx="2723575" cy="6484425"/>
          </a:xfrm>
          <a:prstGeom prst="rect">
            <a:avLst/>
          </a:prstGeom>
          <a:noFill/>
          <a:ln>
            <a:noFill/>
          </a:ln>
          <a:effectLst>
            <a:outerShdw blurRad="635276" dir="2700000" dist="317256">
              <a:srgbClr val="000000">
                <a:alpha val="10200"/>
              </a:srgbClr>
            </a:outerShdw>
          </a:effectLst>
        </p:spPr>
      </p:pic>
      <p:pic>
        <p:nvPicPr>
          <p:cNvPr id="223" name="Google Shape;223;p19"/>
          <p:cNvPicPr preferRelativeResize="0"/>
          <p:nvPr/>
        </p:nvPicPr>
        <p:blipFill rotWithShape="1">
          <a:blip r:embed="rId4">
            <a:alphaModFix/>
          </a:blip>
          <a:srcRect b="0" l="0" r="0" t="0"/>
          <a:stretch/>
        </p:blipFill>
        <p:spPr>
          <a:xfrm>
            <a:off x="15253379" y="2811987"/>
            <a:ext cx="2723575" cy="6484425"/>
          </a:xfrm>
          <a:prstGeom prst="rect">
            <a:avLst/>
          </a:prstGeom>
          <a:noFill/>
          <a:ln>
            <a:noFill/>
          </a:ln>
          <a:effectLst>
            <a:outerShdw blurRad="635276" dir="2700000" dist="317256">
              <a:srgbClr val="000000">
                <a:alpha val="10200"/>
              </a:srgbClr>
            </a:outerShdw>
          </a:effectLst>
        </p:spPr>
      </p:pic>
      <p:pic>
        <p:nvPicPr>
          <p:cNvPr id="224" name="Google Shape;224;p19"/>
          <p:cNvPicPr preferRelativeResize="0"/>
          <p:nvPr/>
        </p:nvPicPr>
        <p:blipFill rotWithShape="1">
          <a:blip r:embed="rId5">
            <a:alphaModFix/>
          </a:blip>
          <a:srcRect b="0" l="59154" r="0" t="0"/>
          <a:stretch/>
        </p:blipFill>
        <p:spPr>
          <a:xfrm>
            <a:off x="15663475" y="2897943"/>
            <a:ext cx="2276375" cy="3446532"/>
          </a:xfrm>
          <a:prstGeom prst="rect">
            <a:avLst/>
          </a:prstGeom>
          <a:noFill/>
          <a:ln>
            <a:noFill/>
          </a:ln>
        </p:spPr>
      </p:pic>
      <p:pic>
        <p:nvPicPr>
          <p:cNvPr id="225" name="Google Shape;225;p19"/>
          <p:cNvPicPr preferRelativeResize="0"/>
          <p:nvPr/>
        </p:nvPicPr>
        <p:blipFill rotWithShape="1">
          <a:blip r:embed="rId6">
            <a:alphaModFix/>
          </a:blip>
          <a:srcRect b="0" l="3863" r="90625" t="7467"/>
          <a:stretch/>
        </p:blipFill>
        <p:spPr>
          <a:xfrm>
            <a:off x="15366650" y="3190663"/>
            <a:ext cx="296850" cy="3082381"/>
          </a:xfrm>
          <a:prstGeom prst="rect">
            <a:avLst/>
          </a:prstGeom>
          <a:noFill/>
          <a:ln>
            <a:noFill/>
          </a:ln>
        </p:spPr>
      </p:pic>
      <p:pic>
        <p:nvPicPr>
          <p:cNvPr id="226" name="Google Shape;226;p19"/>
          <p:cNvPicPr preferRelativeResize="0"/>
          <p:nvPr/>
        </p:nvPicPr>
        <p:blipFill>
          <a:blip r:embed="rId7">
            <a:alphaModFix/>
          </a:blip>
          <a:stretch>
            <a:fillRect/>
          </a:stretch>
        </p:blipFill>
        <p:spPr>
          <a:xfrm>
            <a:off x="15551877" y="3013263"/>
            <a:ext cx="2219325" cy="276225"/>
          </a:xfrm>
          <a:prstGeom prst="rect">
            <a:avLst/>
          </a:prstGeom>
          <a:noFill/>
          <a:ln>
            <a:noFill/>
          </a:ln>
        </p:spPr>
      </p:pic>
      <p:pic>
        <p:nvPicPr>
          <p:cNvPr id="227" name="Google Shape;227;p19"/>
          <p:cNvPicPr preferRelativeResize="0"/>
          <p:nvPr/>
        </p:nvPicPr>
        <p:blipFill rotWithShape="1">
          <a:blip r:embed="rId8">
            <a:alphaModFix/>
          </a:blip>
          <a:srcRect b="0" l="59498" r="0" t="16667"/>
          <a:stretch/>
        </p:blipFill>
        <p:spPr>
          <a:xfrm>
            <a:off x="12693500" y="3441459"/>
            <a:ext cx="2276375" cy="2896516"/>
          </a:xfrm>
          <a:prstGeom prst="rect">
            <a:avLst/>
          </a:prstGeom>
          <a:noFill/>
          <a:ln>
            <a:noFill/>
          </a:ln>
        </p:spPr>
      </p:pic>
      <p:pic>
        <p:nvPicPr>
          <p:cNvPr id="228" name="Google Shape;228;p19"/>
          <p:cNvPicPr preferRelativeResize="0"/>
          <p:nvPr/>
        </p:nvPicPr>
        <p:blipFill rotWithShape="1">
          <a:blip r:embed="rId9">
            <a:alphaModFix/>
          </a:blip>
          <a:srcRect b="2560" l="2804" r="92132" t="12406"/>
          <a:stretch/>
        </p:blipFill>
        <p:spPr>
          <a:xfrm>
            <a:off x="12349929" y="3227779"/>
            <a:ext cx="296850" cy="3082375"/>
          </a:xfrm>
          <a:prstGeom prst="rect">
            <a:avLst/>
          </a:prstGeom>
          <a:noFill/>
          <a:ln>
            <a:noFill/>
          </a:ln>
        </p:spPr>
      </p:pic>
      <p:pic>
        <p:nvPicPr>
          <p:cNvPr id="229" name="Google Shape;229;p19"/>
          <p:cNvPicPr preferRelativeResize="0"/>
          <p:nvPr/>
        </p:nvPicPr>
        <p:blipFill>
          <a:blip r:embed="rId10">
            <a:alphaModFix/>
          </a:blip>
          <a:stretch>
            <a:fillRect/>
          </a:stretch>
        </p:blipFill>
        <p:spPr>
          <a:xfrm>
            <a:off x="12504300" y="2918025"/>
            <a:ext cx="2390775" cy="371475"/>
          </a:xfrm>
          <a:prstGeom prst="rect">
            <a:avLst/>
          </a:prstGeom>
          <a:noFill/>
          <a:ln>
            <a:noFill/>
          </a:ln>
        </p:spPr>
      </p:pic>
      <p:pic>
        <p:nvPicPr>
          <p:cNvPr id="230" name="Google Shape;230;p19"/>
          <p:cNvPicPr preferRelativeResize="0"/>
          <p:nvPr/>
        </p:nvPicPr>
        <p:blipFill rotWithShape="1">
          <a:blip r:embed="rId11">
            <a:alphaModFix/>
          </a:blip>
          <a:srcRect b="0" l="64181" r="0" t="5776"/>
          <a:stretch/>
        </p:blipFill>
        <p:spPr>
          <a:xfrm>
            <a:off x="9935305" y="3108025"/>
            <a:ext cx="1971424" cy="3207125"/>
          </a:xfrm>
          <a:prstGeom prst="rect">
            <a:avLst/>
          </a:prstGeom>
          <a:noFill/>
          <a:ln>
            <a:noFill/>
          </a:ln>
        </p:spPr>
      </p:pic>
      <p:pic>
        <p:nvPicPr>
          <p:cNvPr id="231" name="Google Shape;231;p19"/>
          <p:cNvPicPr preferRelativeResize="0"/>
          <p:nvPr/>
        </p:nvPicPr>
        <p:blipFill>
          <a:blip r:embed="rId12">
            <a:alphaModFix/>
          </a:blip>
          <a:stretch>
            <a:fillRect/>
          </a:stretch>
        </p:blipFill>
        <p:spPr>
          <a:xfrm>
            <a:off x="9870775" y="2956125"/>
            <a:ext cx="1457325" cy="295275"/>
          </a:xfrm>
          <a:prstGeom prst="rect">
            <a:avLst/>
          </a:prstGeom>
          <a:noFill/>
          <a:ln>
            <a:noFill/>
          </a:ln>
        </p:spPr>
      </p:pic>
      <p:pic>
        <p:nvPicPr>
          <p:cNvPr id="232" name="Google Shape;232;p19"/>
          <p:cNvPicPr preferRelativeResize="0"/>
          <p:nvPr/>
        </p:nvPicPr>
        <p:blipFill rotWithShape="1">
          <a:blip r:embed="rId13">
            <a:alphaModFix/>
          </a:blip>
          <a:srcRect b="0" l="0" r="0" t="0"/>
          <a:stretch/>
        </p:blipFill>
        <p:spPr>
          <a:xfrm>
            <a:off x="494436" y="6451942"/>
            <a:ext cx="2219325" cy="424858"/>
          </a:xfrm>
          <a:prstGeom prst="rect">
            <a:avLst/>
          </a:prstGeom>
          <a:noFill/>
          <a:ln>
            <a:noFill/>
          </a:ln>
          <a:effectLst>
            <a:outerShdw blurRad="34641" dir="2700000" dist="74084">
              <a:srgbClr val="000000">
                <a:alpha val="10200"/>
              </a:srgbClr>
            </a:outerShdw>
          </a:effectLst>
        </p:spPr>
      </p:pic>
      <p:pic>
        <p:nvPicPr>
          <p:cNvPr id="233" name="Google Shape;233;p19"/>
          <p:cNvPicPr preferRelativeResize="0"/>
          <p:nvPr/>
        </p:nvPicPr>
        <p:blipFill rotWithShape="1">
          <a:blip r:embed="rId14">
            <a:alphaModFix/>
          </a:blip>
          <a:srcRect b="1530" l="3374" r="91232" t="7915"/>
          <a:stretch/>
        </p:blipFill>
        <p:spPr>
          <a:xfrm>
            <a:off x="9679725" y="3190375"/>
            <a:ext cx="296850" cy="3082375"/>
          </a:xfrm>
          <a:prstGeom prst="rect">
            <a:avLst/>
          </a:prstGeom>
          <a:noFill/>
          <a:ln>
            <a:noFill/>
          </a:ln>
        </p:spPr>
      </p:pic>
      <p:pic>
        <p:nvPicPr>
          <p:cNvPr id="234" name="Google Shape;234;p19"/>
          <p:cNvPicPr preferRelativeResize="0"/>
          <p:nvPr/>
        </p:nvPicPr>
        <p:blipFill rotWithShape="1">
          <a:blip r:embed="rId15">
            <a:alphaModFix/>
          </a:blip>
          <a:srcRect b="0" l="60177" r="0" t="0"/>
          <a:stretch/>
        </p:blipFill>
        <p:spPr>
          <a:xfrm>
            <a:off x="6732583" y="2845700"/>
            <a:ext cx="2219324" cy="3446525"/>
          </a:xfrm>
          <a:prstGeom prst="rect">
            <a:avLst/>
          </a:prstGeom>
          <a:noFill/>
          <a:ln>
            <a:noFill/>
          </a:ln>
        </p:spPr>
      </p:pic>
      <p:pic>
        <p:nvPicPr>
          <p:cNvPr id="235" name="Google Shape;235;p19"/>
          <p:cNvPicPr preferRelativeResize="0"/>
          <p:nvPr/>
        </p:nvPicPr>
        <p:blipFill rotWithShape="1">
          <a:blip r:embed="rId16">
            <a:alphaModFix/>
          </a:blip>
          <a:srcRect b="-2422" l="2827" r="91846" t="7437"/>
          <a:stretch/>
        </p:blipFill>
        <p:spPr>
          <a:xfrm>
            <a:off x="6393351" y="3115310"/>
            <a:ext cx="296850" cy="3273650"/>
          </a:xfrm>
          <a:prstGeom prst="rect">
            <a:avLst/>
          </a:prstGeom>
          <a:noFill/>
          <a:ln>
            <a:noFill/>
          </a:ln>
        </p:spPr>
      </p:pic>
      <p:pic>
        <p:nvPicPr>
          <p:cNvPr id="236" name="Google Shape;236;p19"/>
          <p:cNvPicPr preferRelativeResize="0"/>
          <p:nvPr/>
        </p:nvPicPr>
        <p:blipFill>
          <a:blip r:embed="rId17">
            <a:alphaModFix/>
          </a:blip>
          <a:stretch>
            <a:fillRect/>
          </a:stretch>
        </p:blipFill>
        <p:spPr>
          <a:xfrm>
            <a:off x="6942388" y="2984700"/>
            <a:ext cx="1524000" cy="238125"/>
          </a:xfrm>
          <a:prstGeom prst="rect">
            <a:avLst/>
          </a:prstGeom>
          <a:noFill/>
          <a:ln>
            <a:noFill/>
          </a:ln>
        </p:spPr>
      </p:pic>
      <p:pic>
        <p:nvPicPr>
          <p:cNvPr id="237" name="Google Shape;237;p19"/>
          <p:cNvPicPr preferRelativeResize="0"/>
          <p:nvPr/>
        </p:nvPicPr>
        <p:blipFill rotWithShape="1">
          <a:blip r:embed="rId18">
            <a:alphaModFix/>
          </a:blip>
          <a:srcRect b="0" l="62013" r="0" t="6942"/>
          <a:stretch/>
        </p:blipFill>
        <p:spPr>
          <a:xfrm>
            <a:off x="3696750" y="3146150"/>
            <a:ext cx="2116950" cy="3207125"/>
          </a:xfrm>
          <a:prstGeom prst="rect">
            <a:avLst/>
          </a:prstGeom>
          <a:noFill/>
          <a:ln>
            <a:noFill/>
          </a:ln>
        </p:spPr>
      </p:pic>
      <p:pic>
        <p:nvPicPr>
          <p:cNvPr id="238" name="Google Shape;238;p19"/>
          <p:cNvPicPr preferRelativeResize="0"/>
          <p:nvPr/>
        </p:nvPicPr>
        <p:blipFill rotWithShape="1">
          <a:blip r:embed="rId19">
            <a:alphaModFix/>
          </a:blip>
          <a:srcRect b="0" l="2876" r="91797" t="6942"/>
          <a:stretch/>
        </p:blipFill>
        <p:spPr>
          <a:xfrm>
            <a:off x="3391986" y="3113025"/>
            <a:ext cx="296850" cy="3207125"/>
          </a:xfrm>
          <a:prstGeom prst="rect">
            <a:avLst/>
          </a:prstGeom>
          <a:noFill/>
          <a:ln>
            <a:noFill/>
          </a:ln>
        </p:spPr>
      </p:pic>
      <p:pic>
        <p:nvPicPr>
          <p:cNvPr id="239" name="Google Shape;239;p19"/>
          <p:cNvPicPr preferRelativeResize="0"/>
          <p:nvPr/>
        </p:nvPicPr>
        <p:blipFill>
          <a:blip r:embed="rId20">
            <a:alphaModFix/>
          </a:blip>
          <a:stretch>
            <a:fillRect/>
          </a:stretch>
        </p:blipFill>
        <p:spPr>
          <a:xfrm>
            <a:off x="3739688" y="2965638"/>
            <a:ext cx="1847850" cy="276225"/>
          </a:xfrm>
          <a:prstGeom prst="rect">
            <a:avLst/>
          </a:prstGeom>
          <a:noFill/>
          <a:ln>
            <a:noFill/>
          </a:ln>
        </p:spPr>
      </p:pic>
      <p:pic>
        <p:nvPicPr>
          <p:cNvPr id="240" name="Google Shape;240;p19"/>
          <p:cNvPicPr preferRelativeResize="0"/>
          <p:nvPr/>
        </p:nvPicPr>
        <p:blipFill rotWithShape="1">
          <a:blip r:embed="rId21">
            <a:alphaModFix/>
          </a:blip>
          <a:srcRect b="0" l="60177" r="0" t="0"/>
          <a:stretch/>
        </p:blipFill>
        <p:spPr>
          <a:xfrm>
            <a:off x="672520" y="2923300"/>
            <a:ext cx="2219324" cy="3446525"/>
          </a:xfrm>
          <a:prstGeom prst="rect">
            <a:avLst/>
          </a:prstGeom>
          <a:noFill/>
          <a:ln>
            <a:noFill/>
          </a:ln>
        </p:spPr>
      </p:pic>
      <p:pic>
        <p:nvPicPr>
          <p:cNvPr id="241" name="Google Shape;241;p19"/>
          <p:cNvPicPr preferRelativeResize="0"/>
          <p:nvPr/>
        </p:nvPicPr>
        <p:blipFill rotWithShape="1">
          <a:blip r:embed="rId22">
            <a:alphaModFix/>
          </a:blip>
          <a:srcRect b="-1359" l="2915" r="91758" t="8301"/>
          <a:stretch/>
        </p:blipFill>
        <p:spPr>
          <a:xfrm>
            <a:off x="444612" y="3203779"/>
            <a:ext cx="296850" cy="3207125"/>
          </a:xfrm>
          <a:prstGeom prst="rect">
            <a:avLst/>
          </a:prstGeom>
          <a:noFill/>
          <a:ln>
            <a:noFill/>
          </a:ln>
        </p:spPr>
      </p:pic>
      <p:pic>
        <p:nvPicPr>
          <p:cNvPr id="242" name="Google Shape;242;p19"/>
          <p:cNvPicPr preferRelativeResize="0"/>
          <p:nvPr/>
        </p:nvPicPr>
        <p:blipFill>
          <a:blip r:embed="rId23">
            <a:alphaModFix/>
          </a:blip>
          <a:stretch>
            <a:fillRect/>
          </a:stretch>
        </p:blipFill>
        <p:spPr>
          <a:xfrm>
            <a:off x="613488" y="2965638"/>
            <a:ext cx="1981200" cy="276225"/>
          </a:xfrm>
          <a:prstGeom prst="rect">
            <a:avLst/>
          </a:prstGeom>
          <a:noFill/>
          <a:ln>
            <a:noFill/>
          </a:ln>
        </p:spPr>
      </p:pic>
      <p:sp>
        <p:nvSpPr>
          <p:cNvPr id="243" name="Google Shape;243;p19"/>
          <p:cNvSpPr txBox="1"/>
          <p:nvPr/>
        </p:nvSpPr>
        <p:spPr>
          <a:xfrm>
            <a:off x="379875" y="6410900"/>
            <a:ext cx="2560200" cy="352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600">
                <a:solidFill>
                  <a:schemeClr val="dk1"/>
                </a:solidFill>
                <a:latin typeface="Century Gothic"/>
                <a:ea typeface="Century Gothic"/>
                <a:cs typeface="Century Gothic"/>
                <a:sym typeface="Century Gothic"/>
              </a:rPr>
              <a:t>Production Range</a:t>
            </a:r>
            <a:endParaRPr sz="1600">
              <a:solidFill>
                <a:schemeClr val="dk1"/>
              </a:solidFill>
              <a:latin typeface="Century Gothic"/>
              <a:ea typeface="Century Gothic"/>
              <a:cs typeface="Century Gothic"/>
              <a:sym typeface="Century Gothic"/>
            </a:endParaRPr>
          </a:p>
          <a:p>
            <a:pPr indent="0" lvl="0" marL="0" rtl="0" algn="ctr">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Low: 5</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High: 15</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Holiday: 20</a:t>
            </a:r>
            <a:endParaRPr sz="1600">
              <a:solidFill>
                <a:schemeClr val="dk1"/>
              </a:solidFill>
              <a:latin typeface="Century Gothic"/>
              <a:ea typeface="Century Gothic"/>
              <a:cs typeface="Century Gothic"/>
              <a:sym typeface="Century Gothic"/>
            </a:endParaRPr>
          </a:p>
        </p:txBody>
      </p:sp>
      <p:pic>
        <p:nvPicPr>
          <p:cNvPr id="244" name="Google Shape;244;p19"/>
          <p:cNvPicPr preferRelativeResize="0"/>
          <p:nvPr/>
        </p:nvPicPr>
        <p:blipFill rotWithShape="1">
          <a:blip r:embed="rId13">
            <a:alphaModFix/>
          </a:blip>
          <a:srcRect b="0" l="0" r="0" t="0"/>
          <a:stretch/>
        </p:blipFill>
        <p:spPr>
          <a:xfrm>
            <a:off x="3515015" y="6442695"/>
            <a:ext cx="2219319" cy="424850"/>
          </a:xfrm>
          <a:prstGeom prst="rect">
            <a:avLst/>
          </a:prstGeom>
          <a:noFill/>
          <a:ln>
            <a:noFill/>
          </a:ln>
          <a:effectLst>
            <a:outerShdw blurRad="34641" dir="2700000" dist="74084">
              <a:srgbClr val="000000">
                <a:alpha val="10200"/>
              </a:srgbClr>
            </a:outerShdw>
          </a:effectLst>
        </p:spPr>
      </p:pic>
      <p:pic>
        <p:nvPicPr>
          <p:cNvPr id="245" name="Google Shape;245;p19"/>
          <p:cNvPicPr preferRelativeResize="0"/>
          <p:nvPr/>
        </p:nvPicPr>
        <p:blipFill rotWithShape="1">
          <a:blip r:embed="rId24">
            <a:alphaModFix/>
          </a:blip>
          <a:srcRect b="0" l="0" r="0" t="0"/>
          <a:stretch/>
        </p:blipFill>
        <p:spPr>
          <a:xfrm>
            <a:off x="6557627" y="6451945"/>
            <a:ext cx="2219319" cy="424850"/>
          </a:xfrm>
          <a:prstGeom prst="rect">
            <a:avLst/>
          </a:prstGeom>
          <a:noFill/>
          <a:ln>
            <a:noFill/>
          </a:ln>
          <a:effectLst>
            <a:outerShdw blurRad="34641" dir="2700000" dist="74084">
              <a:srgbClr val="000000">
                <a:alpha val="10200"/>
              </a:srgbClr>
            </a:outerShdw>
          </a:effectLst>
        </p:spPr>
      </p:pic>
      <p:pic>
        <p:nvPicPr>
          <p:cNvPr id="246" name="Google Shape;246;p19"/>
          <p:cNvPicPr preferRelativeResize="0"/>
          <p:nvPr/>
        </p:nvPicPr>
        <p:blipFill rotWithShape="1">
          <a:blip r:embed="rId13">
            <a:alphaModFix/>
          </a:blip>
          <a:srcRect b="0" l="0" r="0" t="0"/>
          <a:stretch/>
        </p:blipFill>
        <p:spPr>
          <a:xfrm>
            <a:off x="9561265" y="6442695"/>
            <a:ext cx="2219319" cy="424850"/>
          </a:xfrm>
          <a:prstGeom prst="rect">
            <a:avLst/>
          </a:prstGeom>
          <a:noFill/>
          <a:ln>
            <a:noFill/>
          </a:ln>
          <a:effectLst>
            <a:outerShdw blurRad="34641" dir="2700000" dist="74084">
              <a:srgbClr val="000000">
                <a:alpha val="10200"/>
              </a:srgbClr>
            </a:outerShdw>
          </a:effectLst>
        </p:spPr>
      </p:pic>
      <p:pic>
        <p:nvPicPr>
          <p:cNvPr id="247" name="Google Shape;247;p19"/>
          <p:cNvPicPr preferRelativeResize="0"/>
          <p:nvPr/>
        </p:nvPicPr>
        <p:blipFill rotWithShape="1">
          <a:blip r:embed="rId13">
            <a:alphaModFix/>
          </a:blip>
          <a:srcRect b="0" l="0" r="0" t="0"/>
          <a:stretch/>
        </p:blipFill>
        <p:spPr>
          <a:xfrm>
            <a:off x="12533390" y="6442695"/>
            <a:ext cx="2219319" cy="424850"/>
          </a:xfrm>
          <a:prstGeom prst="rect">
            <a:avLst/>
          </a:prstGeom>
          <a:noFill/>
          <a:ln>
            <a:noFill/>
          </a:ln>
          <a:effectLst>
            <a:outerShdw blurRad="34641" dir="2700000" dist="74084">
              <a:srgbClr val="000000">
                <a:alpha val="10200"/>
              </a:srgbClr>
            </a:outerShdw>
          </a:effectLst>
        </p:spPr>
      </p:pic>
      <p:pic>
        <p:nvPicPr>
          <p:cNvPr id="248" name="Google Shape;248;p19"/>
          <p:cNvPicPr preferRelativeResize="0"/>
          <p:nvPr/>
        </p:nvPicPr>
        <p:blipFill rotWithShape="1">
          <a:blip r:embed="rId13">
            <a:alphaModFix/>
          </a:blip>
          <a:srcRect b="0" l="0" r="0" t="0"/>
          <a:stretch/>
        </p:blipFill>
        <p:spPr>
          <a:xfrm>
            <a:off x="15505515" y="6442695"/>
            <a:ext cx="2219319" cy="424850"/>
          </a:xfrm>
          <a:prstGeom prst="rect">
            <a:avLst/>
          </a:prstGeom>
          <a:noFill/>
          <a:ln>
            <a:noFill/>
          </a:ln>
          <a:effectLst>
            <a:outerShdw blurRad="34641" dir="2700000" dist="74084">
              <a:srgbClr val="000000">
                <a:alpha val="10200"/>
              </a:srgbClr>
            </a:outerShdw>
          </a:effectLst>
        </p:spPr>
      </p:pic>
      <p:sp>
        <p:nvSpPr>
          <p:cNvPr id="249" name="Google Shape;249;p19"/>
          <p:cNvSpPr txBox="1"/>
          <p:nvPr/>
        </p:nvSpPr>
        <p:spPr>
          <a:xfrm>
            <a:off x="3347556" y="6461247"/>
            <a:ext cx="2560200" cy="352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600">
                <a:solidFill>
                  <a:schemeClr val="dk1"/>
                </a:solidFill>
                <a:latin typeface="Century Gothic"/>
                <a:ea typeface="Century Gothic"/>
                <a:cs typeface="Century Gothic"/>
                <a:sym typeface="Century Gothic"/>
              </a:rPr>
              <a:t>Production Range</a:t>
            </a:r>
            <a:endParaRPr sz="1600">
              <a:solidFill>
                <a:schemeClr val="dk1"/>
              </a:solidFill>
              <a:latin typeface="Century Gothic"/>
              <a:ea typeface="Century Gothic"/>
              <a:cs typeface="Century Gothic"/>
              <a:sym typeface="Century Gothic"/>
            </a:endParaRPr>
          </a:p>
          <a:p>
            <a:pPr indent="0" lvl="0" marL="0" rtl="0" algn="ctr">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Low: 15</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High: 45</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Holiday: 60+</a:t>
            </a:r>
            <a:endParaRPr sz="1600">
              <a:solidFill>
                <a:schemeClr val="dk1"/>
              </a:solidFill>
              <a:latin typeface="Century Gothic"/>
              <a:ea typeface="Century Gothic"/>
              <a:cs typeface="Century Gothic"/>
              <a:sym typeface="Century Gothic"/>
            </a:endParaRPr>
          </a:p>
        </p:txBody>
      </p:sp>
      <p:sp>
        <p:nvSpPr>
          <p:cNvPr id="250" name="Google Shape;250;p19"/>
          <p:cNvSpPr txBox="1"/>
          <p:nvPr/>
        </p:nvSpPr>
        <p:spPr>
          <a:xfrm>
            <a:off x="6439667" y="6446031"/>
            <a:ext cx="2560200" cy="352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600">
                <a:solidFill>
                  <a:schemeClr val="dk1"/>
                </a:solidFill>
                <a:latin typeface="Century Gothic"/>
                <a:ea typeface="Century Gothic"/>
                <a:cs typeface="Century Gothic"/>
                <a:sym typeface="Century Gothic"/>
              </a:rPr>
              <a:t>Production Range</a:t>
            </a:r>
            <a:endParaRPr sz="1600">
              <a:solidFill>
                <a:schemeClr val="dk1"/>
              </a:solidFill>
              <a:latin typeface="Century Gothic"/>
              <a:ea typeface="Century Gothic"/>
              <a:cs typeface="Century Gothic"/>
              <a:sym typeface="Century Gothic"/>
            </a:endParaRPr>
          </a:p>
          <a:p>
            <a:pPr indent="0" lvl="0" marL="0" rtl="0" algn="ctr">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Low: 30</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High: 60</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Holiday: 90+</a:t>
            </a:r>
            <a:endParaRPr sz="1600">
              <a:solidFill>
                <a:schemeClr val="dk1"/>
              </a:solidFill>
              <a:latin typeface="Century Gothic"/>
              <a:ea typeface="Century Gothic"/>
              <a:cs typeface="Century Gothic"/>
              <a:sym typeface="Century Gothic"/>
            </a:endParaRPr>
          </a:p>
        </p:txBody>
      </p:sp>
      <p:sp>
        <p:nvSpPr>
          <p:cNvPr id="251" name="Google Shape;251;p19"/>
          <p:cNvSpPr txBox="1"/>
          <p:nvPr/>
        </p:nvSpPr>
        <p:spPr>
          <a:xfrm>
            <a:off x="9437210" y="6448001"/>
            <a:ext cx="2560200" cy="352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600">
                <a:solidFill>
                  <a:schemeClr val="dk1"/>
                </a:solidFill>
                <a:latin typeface="Century Gothic"/>
                <a:ea typeface="Century Gothic"/>
                <a:cs typeface="Century Gothic"/>
                <a:sym typeface="Century Gothic"/>
              </a:rPr>
              <a:t>Production Range</a:t>
            </a:r>
            <a:endParaRPr sz="1600">
              <a:solidFill>
                <a:schemeClr val="dk1"/>
              </a:solidFill>
              <a:latin typeface="Century Gothic"/>
              <a:ea typeface="Century Gothic"/>
              <a:cs typeface="Century Gothic"/>
              <a:sym typeface="Century Gothic"/>
            </a:endParaRPr>
          </a:p>
          <a:p>
            <a:pPr indent="0" lvl="0" marL="0" rtl="0" algn="ctr">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Low: 100</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High: 140</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Holiday: 170+</a:t>
            </a:r>
            <a:endParaRPr sz="1600">
              <a:solidFill>
                <a:schemeClr val="dk1"/>
              </a:solidFill>
              <a:latin typeface="Century Gothic"/>
              <a:ea typeface="Century Gothic"/>
              <a:cs typeface="Century Gothic"/>
              <a:sym typeface="Century Gothic"/>
            </a:endParaRPr>
          </a:p>
        </p:txBody>
      </p:sp>
      <p:sp>
        <p:nvSpPr>
          <p:cNvPr id="252" name="Google Shape;252;p19"/>
          <p:cNvSpPr txBox="1"/>
          <p:nvPr/>
        </p:nvSpPr>
        <p:spPr>
          <a:xfrm>
            <a:off x="12444344" y="6438725"/>
            <a:ext cx="2560200" cy="352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600">
                <a:solidFill>
                  <a:schemeClr val="dk1"/>
                </a:solidFill>
                <a:latin typeface="Century Gothic"/>
                <a:ea typeface="Century Gothic"/>
                <a:cs typeface="Century Gothic"/>
                <a:sym typeface="Century Gothic"/>
              </a:rPr>
              <a:t>Production Range</a:t>
            </a:r>
            <a:endParaRPr sz="1600">
              <a:solidFill>
                <a:schemeClr val="dk1"/>
              </a:solidFill>
              <a:latin typeface="Century Gothic"/>
              <a:ea typeface="Century Gothic"/>
              <a:cs typeface="Century Gothic"/>
              <a:sym typeface="Century Gothic"/>
            </a:endParaRPr>
          </a:p>
          <a:p>
            <a:pPr indent="0" lvl="0" marL="0" rtl="0" algn="ctr">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Low: 25</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High: 40</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Holiday: N/A</a:t>
            </a:r>
            <a:endParaRPr sz="1600">
              <a:solidFill>
                <a:schemeClr val="dk1"/>
              </a:solidFill>
              <a:latin typeface="Century Gothic"/>
              <a:ea typeface="Century Gothic"/>
              <a:cs typeface="Century Gothic"/>
              <a:sym typeface="Century Gothic"/>
            </a:endParaRPr>
          </a:p>
        </p:txBody>
      </p:sp>
      <p:sp>
        <p:nvSpPr>
          <p:cNvPr id="253" name="Google Shape;253;p19"/>
          <p:cNvSpPr txBox="1"/>
          <p:nvPr/>
        </p:nvSpPr>
        <p:spPr>
          <a:xfrm>
            <a:off x="15416181" y="6466550"/>
            <a:ext cx="2560200" cy="3525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600">
                <a:solidFill>
                  <a:schemeClr val="dk1"/>
                </a:solidFill>
                <a:latin typeface="Century Gothic"/>
                <a:ea typeface="Century Gothic"/>
                <a:cs typeface="Century Gothic"/>
                <a:sym typeface="Century Gothic"/>
              </a:rPr>
              <a:t>Production Range</a:t>
            </a:r>
            <a:endParaRPr sz="1600">
              <a:solidFill>
                <a:schemeClr val="dk1"/>
              </a:solidFill>
              <a:latin typeface="Century Gothic"/>
              <a:ea typeface="Century Gothic"/>
              <a:cs typeface="Century Gothic"/>
              <a:sym typeface="Century Gothic"/>
            </a:endParaRPr>
          </a:p>
          <a:p>
            <a:pPr indent="0" lvl="0" marL="0" rtl="0" algn="ctr">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Low: 35</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High: 60</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t/>
            </a:r>
            <a:endParaRPr sz="1600">
              <a:solidFill>
                <a:schemeClr val="dk1"/>
              </a:solidFill>
              <a:latin typeface="Century Gothic"/>
              <a:ea typeface="Century Gothic"/>
              <a:cs typeface="Century Gothic"/>
              <a:sym typeface="Century Gothic"/>
            </a:endParaRPr>
          </a:p>
          <a:p>
            <a:pPr indent="0" lvl="0" marL="0" rtl="0" algn="l">
              <a:spcBef>
                <a:spcPts val="0"/>
              </a:spcBef>
              <a:spcAft>
                <a:spcPts val="0"/>
              </a:spcAft>
              <a:buNone/>
            </a:pPr>
            <a:r>
              <a:rPr lang="en-US" sz="1600">
                <a:solidFill>
                  <a:schemeClr val="dk1"/>
                </a:solidFill>
                <a:latin typeface="Century Gothic"/>
                <a:ea typeface="Century Gothic"/>
                <a:cs typeface="Century Gothic"/>
                <a:sym typeface="Century Gothic"/>
              </a:rPr>
              <a:t>Holiday: 85+</a:t>
            </a:r>
            <a:endParaRPr sz="1600">
              <a:solidFill>
                <a:schemeClr val="dk1"/>
              </a:solidFill>
              <a:latin typeface="Century Gothic"/>
              <a:ea typeface="Century Gothic"/>
              <a:cs typeface="Century Gothic"/>
              <a:sym typeface="Century Gothic"/>
            </a:endParaRPr>
          </a:p>
        </p:txBody>
      </p:sp>
      <p:sp>
        <p:nvSpPr>
          <p:cNvPr id="254" name="Google Shape;254;p19"/>
          <p:cNvSpPr txBox="1"/>
          <p:nvPr/>
        </p:nvSpPr>
        <p:spPr>
          <a:xfrm>
            <a:off x="1618950" y="1614600"/>
            <a:ext cx="11650500" cy="69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500">
                <a:solidFill>
                  <a:srgbClr val="274E13"/>
                </a:solidFill>
                <a:latin typeface="Sora"/>
                <a:ea typeface="Sora"/>
                <a:cs typeface="Sora"/>
                <a:sym typeface="Sora"/>
              </a:rPr>
              <a:t>Due to the limited precision of the forecast, production ranges should be used as a </a:t>
            </a:r>
            <a:r>
              <a:rPr b="1" lang="en-US" sz="2500">
                <a:solidFill>
                  <a:srgbClr val="274E13"/>
                </a:solidFill>
                <a:latin typeface="Sora"/>
                <a:ea typeface="Sora"/>
                <a:cs typeface="Sora"/>
                <a:sym typeface="Sora"/>
              </a:rPr>
              <a:t>guidance</a:t>
            </a:r>
            <a:r>
              <a:rPr lang="en-US" sz="2500">
                <a:solidFill>
                  <a:srgbClr val="274E13"/>
                </a:solidFill>
                <a:latin typeface="Sora"/>
                <a:ea typeface="Sora"/>
                <a:cs typeface="Sora"/>
                <a:sym typeface="Sora"/>
              </a:rPr>
              <a:t> as opposed to precise targets.</a:t>
            </a:r>
            <a:endParaRPr sz="2500">
              <a:solidFill>
                <a:srgbClr val="274E13"/>
              </a:solidFill>
              <a:latin typeface="Sora"/>
              <a:ea typeface="Sora"/>
              <a:cs typeface="Sora"/>
              <a:sym typeface="Sora"/>
            </a:endParaRPr>
          </a:p>
        </p:txBody>
      </p:sp>
      <p:pic>
        <p:nvPicPr>
          <p:cNvPr id="255" name="Google Shape;255;p19"/>
          <p:cNvPicPr preferRelativeResize="0"/>
          <p:nvPr/>
        </p:nvPicPr>
        <p:blipFill rotWithShape="1">
          <a:blip r:embed="rId25">
            <a:alphaModFix/>
          </a:blip>
          <a:srcRect b="0" l="0" r="0" t="0"/>
          <a:stretch/>
        </p:blipFill>
        <p:spPr>
          <a:xfrm flipH="1" rot="10800000">
            <a:off x="1648125" y="2406075"/>
            <a:ext cx="11315275" cy="1508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259" name="Shape 259"/>
        <p:cNvGrpSpPr/>
        <p:nvPr/>
      </p:nvGrpSpPr>
      <p:grpSpPr>
        <a:xfrm>
          <a:off x="0" y="0"/>
          <a:ext cx="0" cy="0"/>
          <a:chOff x="0" y="0"/>
          <a:chExt cx="0" cy="0"/>
        </a:xfrm>
      </p:grpSpPr>
      <p:pic>
        <p:nvPicPr>
          <p:cNvPr id="260" name="Google Shape;260;p20"/>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261" name="Google Shape;261;p20"/>
          <p:cNvSpPr/>
          <p:nvPr/>
        </p:nvSpPr>
        <p:spPr>
          <a:xfrm>
            <a:off x="12425450" y="2774250"/>
            <a:ext cx="6186900" cy="1122300"/>
          </a:xfrm>
          <a:prstGeom prst="roundRect">
            <a:avLst>
              <a:gd fmla="val 16667" name="adj"/>
            </a:avLst>
          </a:prstGeom>
          <a:solidFill>
            <a:srgbClr val="93987C"/>
          </a:solidFill>
          <a:ln>
            <a:noFill/>
          </a:ln>
          <a:effectLst>
            <a:outerShdw blurRad="57150" rotWithShape="0" algn="bl" dir="5400000" dist="57150">
              <a:srgbClr val="000000">
                <a:alpha val="50000"/>
              </a:srgbClr>
            </a:outerShdw>
          </a:effectLst>
        </p:spPr>
        <p:txBody>
          <a:bodyPr anchorCtr="0" anchor="b"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   </a:t>
            </a:r>
            <a:r>
              <a:rPr lang="en-US">
                <a:latin typeface="Sora"/>
                <a:ea typeface="Sora"/>
                <a:cs typeface="Sora"/>
                <a:sym typeface="Sora"/>
              </a:rPr>
              <a:t> </a:t>
            </a:r>
            <a:endParaRPr>
              <a:latin typeface="Sora"/>
              <a:ea typeface="Sora"/>
              <a:cs typeface="Sora"/>
              <a:sym typeface="Sora"/>
            </a:endParaRPr>
          </a:p>
        </p:txBody>
      </p:sp>
      <p:sp>
        <p:nvSpPr>
          <p:cNvPr id="262" name="Google Shape;262;p20"/>
          <p:cNvSpPr/>
          <p:nvPr/>
        </p:nvSpPr>
        <p:spPr>
          <a:xfrm>
            <a:off x="12425450" y="4058675"/>
            <a:ext cx="6436200" cy="1700100"/>
          </a:xfrm>
          <a:prstGeom prst="roundRect">
            <a:avLst>
              <a:gd fmla="val 16667" name="adj"/>
            </a:avLst>
          </a:prstGeom>
          <a:solidFill>
            <a:srgbClr val="93987C"/>
          </a:solidFill>
          <a:ln>
            <a:noFill/>
          </a:ln>
          <a:effectLst>
            <a:outerShdw blurRad="57150" rotWithShape="0" algn="bl" dir="5400000" dist="57150">
              <a:srgbClr val="000000">
                <a:alpha val="50000"/>
              </a:srgbClr>
            </a:outerShdw>
          </a:effectLst>
        </p:spPr>
        <p:txBody>
          <a:bodyPr anchorCtr="0" anchor="b"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   </a:t>
            </a:r>
            <a:r>
              <a:rPr lang="en-US">
                <a:latin typeface="Sora"/>
                <a:ea typeface="Sora"/>
                <a:cs typeface="Sora"/>
                <a:sym typeface="Sora"/>
              </a:rPr>
              <a:t> </a:t>
            </a:r>
            <a:endParaRPr>
              <a:latin typeface="Sora"/>
              <a:ea typeface="Sora"/>
              <a:cs typeface="Sora"/>
              <a:sym typeface="Sora"/>
            </a:endParaRPr>
          </a:p>
        </p:txBody>
      </p:sp>
      <p:sp>
        <p:nvSpPr>
          <p:cNvPr id="263" name="Google Shape;263;p20"/>
          <p:cNvSpPr/>
          <p:nvPr/>
        </p:nvSpPr>
        <p:spPr>
          <a:xfrm>
            <a:off x="12471825" y="5920900"/>
            <a:ext cx="6242700" cy="2223900"/>
          </a:xfrm>
          <a:prstGeom prst="roundRect">
            <a:avLst>
              <a:gd fmla="val 16667" name="adj"/>
            </a:avLst>
          </a:prstGeom>
          <a:solidFill>
            <a:srgbClr val="93987C"/>
          </a:solidFill>
          <a:ln>
            <a:noFill/>
          </a:ln>
          <a:effectLst>
            <a:outerShdw blurRad="57150" rotWithShape="0" algn="bl" dir="5400000" dist="57150">
              <a:srgbClr val="000000">
                <a:alpha val="50000"/>
              </a:srgbClr>
            </a:outerShdw>
          </a:effectLst>
        </p:spPr>
        <p:txBody>
          <a:bodyPr anchorCtr="0" anchor="b"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   </a:t>
            </a:r>
            <a:r>
              <a:rPr lang="en-US">
                <a:latin typeface="Sora"/>
                <a:ea typeface="Sora"/>
                <a:cs typeface="Sora"/>
                <a:sym typeface="Sora"/>
              </a:rPr>
              <a:t> </a:t>
            </a:r>
            <a:endParaRPr>
              <a:latin typeface="Sora"/>
              <a:ea typeface="Sora"/>
              <a:cs typeface="Sora"/>
              <a:sym typeface="Sora"/>
            </a:endParaRPr>
          </a:p>
        </p:txBody>
      </p:sp>
      <p:pic>
        <p:nvPicPr>
          <p:cNvPr id="264" name="Google Shape;264;p20"/>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sp>
        <p:nvSpPr>
          <p:cNvPr id="265" name="Google Shape;265;p20"/>
          <p:cNvSpPr txBox="1"/>
          <p:nvPr/>
        </p:nvSpPr>
        <p:spPr>
          <a:xfrm>
            <a:off x="1206500" y="965200"/>
            <a:ext cx="70740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Production Costs</a:t>
            </a:r>
            <a:endParaRPr/>
          </a:p>
        </p:txBody>
      </p:sp>
      <p:sp>
        <p:nvSpPr>
          <p:cNvPr id="266" name="Google Shape;266;p20"/>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6</a:t>
            </a:r>
            <a:endParaRPr/>
          </a:p>
        </p:txBody>
      </p:sp>
      <p:sp>
        <p:nvSpPr>
          <p:cNvPr id="267" name="Google Shape;267;p20"/>
          <p:cNvSpPr txBox="1"/>
          <p:nvPr/>
        </p:nvSpPr>
        <p:spPr>
          <a:xfrm rot="-5400000">
            <a:off x="15500350" y="1496625"/>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200">
                <a:solidFill>
                  <a:srgbClr val="BBB288"/>
                </a:solidFill>
                <a:latin typeface="Noto Sans"/>
                <a:ea typeface="Noto Sans"/>
                <a:cs typeface="Noto Sans"/>
                <a:sym typeface="Noto Sans"/>
              </a:rPr>
              <a:t>Production Costs</a:t>
            </a:r>
            <a:endParaRPr/>
          </a:p>
        </p:txBody>
      </p:sp>
      <p:pic>
        <p:nvPicPr>
          <p:cNvPr id="268" name="Google Shape;268;p20"/>
          <p:cNvPicPr preferRelativeResize="0"/>
          <p:nvPr/>
        </p:nvPicPr>
        <p:blipFill rotWithShape="1">
          <a:blip r:embed="rId4">
            <a:alphaModFix/>
          </a:blip>
          <a:srcRect b="0" l="0" r="0" t="0"/>
          <a:stretch/>
        </p:blipFill>
        <p:spPr>
          <a:xfrm>
            <a:off x="2553172" y="7599600"/>
            <a:ext cx="1755775" cy="666600"/>
          </a:xfrm>
          <a:prstGeom prst="rect">
            <a:avLst/>
          </a:prstGeom>
          <a:noFill/>
          <a:ln>
            <a:noFill/>
          </a:ln>
          <a:effectLst>
            <a:outerShdw blurRad="23924" dir="2700000" dist="51165">
              <a:srgbClr val="000000">
                <a:alpha val="10200"/>
              </a:srgbClr>
            </a:outerShdw>
          </a:effectLst>
        </p:spPr>
      </p:pic>
      <p:sp>
        <p:nvSpPr>
          <p:cNvPr id="269" name="Google Shape;269;p20"/>
          <p:cNvSpPr txBox="1"/>
          <p:nvPr/>
        </p:nvSpPr>
        <p:spPr>
          <a:xfrm>
            <a:off x="2345213" y="7757275"/>
            <a:ext cx="2171700" cy="3072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726">
                <a:solidFill>
                  <a:srgbClr val="888888"/>
                </a:solidFill>
              </a:rPr>
              <a:t>$448.03</a:t>
            </a:r>
            <a:endParaRPr sz="966">
              <a:solidFill>
                <a:srgbClr val="888888"/>
              </a:solidFill>
            </a:endParaRPr>
          </a:p>
        </p:txBody>
      </p:sp>
      <p:pic>
        <p:nvPicPr>
          <p:cNvPr id="270" name="Google Shape;270;p20"/>
          <p:cNvPicPr preferRelativeResize="0"/>
          <p:nvPr/>
        </p:nvPicPr>
        <p:blipFill rotWithShape="1">
          <a:blip r:embed="rId5">
            <a:alphaModFix/>
          </a:blip>
          <a:srcRect b="0" l="0" r="0" t="0"/>
          <a:stretch/>
        </p:blipFill>
        <p:spPr>
          <a:xfrm>
            <a:off x="-1700800" y="9090676"/>
            <a:ext cx="3403176" cy="1280576"/>
          </a:xfrm>
          <a:prstGeom prst="rect">
            <a:avLst/>
          </a:prstGeom>
          <a:noFill/>
          <a:ln>
            <a:noFill/>
          </a:ln>
        </p:spPr>
      </p:pic>
      <p:pic>
        <p:nvPicPr>
          <p:cNvPr id="271" name="Google Shape;271;p20"/>
          <p:cNvPicPr preferRelativeResize="0"/>
          <p:nvPr/>
        </p:nvPicPr>
        <p:blipFill rotWithShape="1">
          <a:blip r:embed="rId6">
            <a:alphaModFix amt="10000"/>
          </a:blip>
          <a:srcRect b="0" l="0" r="0" t="0"/>
          <a:stretch/>
        </p:blipFill>
        <p:spPr>
          <a:xfrm>
            <a:off x="-1665716" y="9099447"/>
            <a:ext cx="3324235" cy="1254263"/>
          </a:xfrm>
          <a:prstGeom prst="rect">
            <a:avLst/>
          </a:prstGeom>
          <a:noFill/>
          <a:ln>
            <a:noFill/>
          </a:ln>
        </p:spPr>
      </p:pic>
      <p:pic>
        <p:nvPicPr>
          <p:cNvPr id="272" name="Google Shape;272;p20"/>
          <p:cNvPicPr preferRelativeResize="0"/>
          <p:nvPr/>
        </p:nvPicPr>
        <p:blipFill rotWithShape="1">
          <a:blip r:embed="rId7">
            <a:alphaModFix/>
          </a:blip>
          <a:srcRect b="0" l="0" r="0" t="0"/>
          <a:stretch/>
        </p:blipFill>
        <p:spPr>
          <a:xfrm>
            <a:off x="-1700800" y="8196025"/>
            <a:ext cx="3403176" cy="1280576"/>
          </a:xfrm>
          <a:prstGeom prst="rect">
            <a:avLst/>
          </a:prstGeom>
          <a:noFill/>
          <a:ln>
            <a:noFill/>
          </a:ln>
        </p:spPr>
      </p:pic>
      <p:pic>
        <p:nvPicPr>
          <p:cNvPr id="273" name="Google Shape;273;p20"/>
          <p:cNvPicPr preferRelativeResize="0"/>
          <p:nvPr/>
        </p:nvPicPr>
        <p:blipFill rotWithShape="1">
          <a:blip r:embed="rId8">
            <a:alphaModFix amt="10000"/>
          </a:blip>
          <a:srcRect b="0" l="0" r="0" t="0"/>
          <a:stretch/>
        </p:blipFill>
        <p:spPr>
          <a:xfrm>
            <a:off x="-1665716" y="8204796"/>
            <a:ext cx="3324235" cy="1254263"/>
          </a:xfrm>
          <a:prstGeom prst="rect">
            <a:avLst/>
          </a:prstGeom>
          <a:noFill/>
          <a:ln>
            <a:noFill/>
          </a:ln>
        </p:spPr>
      </p:pic>
      <p:pic>
        <p:nvPicPr>
          <p:cNvPr id="274" name="Google Shape;274;p20"/>
          <p:cNvPicPr preferRelativeResize="0"/>
          <p:nvPr/>
        </p:nvPicPr>
        <p:blipFill rotWithShape="1">
          <a:blip r:embed="rId9">
            <a:alphaModFix/>
          </a:blip>
          <a:srcRect b="0" l="0" r="0" t="0"/>
          <a:stretch/>
        </p:blipFill>
        <p:spPr>
          <a:xfrm>
            <a:off x="-1700800" y="7301375"/>
            <a:ext cx="3403176" cy="1280576"/>
          </a:xfrm>
          <a:prstGeom prst="rect">
            <a:avLst/>
          </a:prstGeom>
          <a:noFill/>
          <a:ln>
            <a:noFill/>
          </a:ln>
        </p:spPr>
      </p:pic>
      <p:pic>
        <p:nvPicPr>
          <p:cNvPr id="275" name="Google Shape;275;p20"/>
          <p:cNvPicPr preferRelativeResize="0"/>
          <p:nvPr/>
        </p:nvPicPr>
        <p:blipFill rotWithShape="1">
          <a:blip r:embed="rId10">
            <a:alphaModFix/>
          </a:blip>
          <a:srcRect b="0" l="0" r="0" t="0"/>
          <a:stretch/>
        </p:blipFill>
        <p:spPr>
          <a:xfrm>
            <a:off x="1869025" y="7889038"/>
            <a:ext cx="543806" cy="70169"/>
          </a:xfrm>
          <a:prstGeom prst="rect">
            <a:avLst/>
          </a:prstGeom>
          <a:noFill/>
          <a:ln>
            <a:noFill/>
          </a:ln>
        </p:spPr>
      </p:pic>
      <p:pic>
        <p:nvPicPr>
          <p:cNvPr id="276" name="Google Shape;276;p20"/>
          <p:cNvPicPr preferRelativeResize="0"/>
          <p:nvPr/>
        </p:nvPicPr>
        <p:blipFill rotWithShape="1">
          <a:blip r:embed="rId10">
            <a:alphaModFix/>
          </a:blip>
          <a:srcRect b="0" l="0" r="0" t="0"/>
          <a:stretch/>
        </p:blipFill>
        <p:spPr>
          <a:xfrm>
            <a:off x="1869025" y="8783688"/>
            <a:ext cx="543806" cy="70169"/>
          </a:xfrm>
          <a:prstGeom prst="rect">
            <a:avLst/>
          </a:prstGeom>
          <a:noFill/>
          <a:ln>
            <a:noFill/>
          </a:ln>
        </p:spPr>
      </p:pic>
      <p:pic>
        <p:nvPicPr>
          <p:cNvPr id="277" name="Google Shape;277;p20"/>
          <p:cNvPicPr preferRelativeResize="0"/>
          <p:nvPr/>
        </p:nvPicPr>
        <p:blipFill rotWithShape="1">
          <a:blip r:embed="rId10">
            <a:alphaModFix/>
          </a:blip>
          <a:srcRect b="0" l="0" r="0" t="0"/>
          <a:stretch/>
        </p:blipFill>
        <p:spPr>
          <a:xfrm>
            <a:off x="1860254" y="9687109"/>
            <a:ext cx="543806" cy="70169"/>
          </a:xfrm>
          <a:prstGeom prst="rect">
            <a:avLst/>
          </a:prstGeom>
          <a:noFill/>
          <a:ln>
            <a:noFill/>
          </a:ln>
        </p:spPr>
      </p:pic>
      <p:pic>
        <p:nvPicPr>
          <p:cNvPr id="278" name="Google Shape;278;p20"/>
          <p:cNvPicPr preferRelativeResize="0"/>
          <p:nvPr/>
        </p:nvPicPr>
        <p:blipFill rotWithShape="1">
          <a:blip r:embed="rId4">
            <a:alphaModFix/>
          </a:blip>
          <a:srcRect b="0" l="0" r="0" t="0"/>
          <a:stretch/>
        </p:blipFill>
        <p:spPr>
          <a:xfrm>
            <a:off x="2553172" y="8485475"/>
            <a:ext cx="1755775" cy="666600"/>
          </a:xfrm>
          <a:prstGeom prst="rect">
            <a:avLst/>
          </a:prstGeom>
          <a:noFill/>
          <a:ln>
            <a:noFill/>
          </a:ln>
          <a:effectLst>
            <a:outerShdw blurRad="23924" dir="2700000" dist="51165">
              <a:srgbClr val="000000">
                <a:alpha val="10200"/>
              </a:srgbClr>
            </a:outerShdw>
          </a:effectLst>
        </p:spPr>
      </p:pic>
      <p:pic>
        <p:nvPicPr>
          <p:cNvPr id="279" name="Google Shape;279;p20"/>
          <p:cNvPicPr preferRelativeResize="0"/>
          <p:nvPr/>
        </p:nvPicPr>
        <p:blipFill rotWithShape="1">
          <a:blip r:embed="rId4">
            <a:alphaModFix/>
          </a:blip>
          <a:srcRect b="0" l="0" r="0" t="0"/>
          <a:stretch/>
        </p:blipFill>
        <p:spPr>
          <a:xfrm>
            <a:off x="2553172" y="9380125"/>
            <a:ext cx="1755775" cy="666600"/>
          </a:xfrm>
          <a:prstGeom prst="rect">
            <a:avLst/>
          </a:prstGeom>
          <a:noFill/>
          <a:ln>
            <a:noFill/>
          </a:ln>
          <a:effectLst>
            <a:outerShdw blurRad="23924" dir="2700000" dist="51165">
              <a:srgbClr val="000000">
                <a:alpha val="10200"/>
              </a:srgbClr>
            </a:outerShdw>
          </a:effectLst>
        </p:spPr>
      </p:pic>
      <p:sp>
        <p:nvSpPr>
          <p:cNvPr id="280" name="Google Shape;280;p20"/>
          <p:cNvSpPr txBox="1"/>
          <p:nvPr/>
        </p:nvSpPr>
        <p:spPr>
          <a:xfrm>
            <a:off x="1664210" y="8682714"/>
            <a:ext cx="3525900" cy="3072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726">
                <a:solidFill>
                  <a:srgbClr val="AAA17D"/>
                </a:solidFill>
              </a:rPr>
              <a:t>$256.69</a:t>
            </a:r>
            <a:endParaRPr sz="966"/>
          </a:p>
        </p:txBody>
      </p:sp>
      <p:sp>
        <p:nvSpPr>
          <p:cNvPr id="281" name="Google Shape;281;p20"/>
          <p:cNvSpPr txBox="1"/>
          <p:nvPr/>
        </p:nvSpPr>
        <p:spPr>
          <a:xfrm>
            <a:off x="2610336" y="9573075"/>
            <a:ext cx="1624500" cy="3072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726">
                <a:solidFill>
                  <a:srgbClr val="DBC04D"/>
                </a:solidFill>
              </a:rPr>
              <a:t>$546.77</a:t>
            </a:r>
            <a:endParaRPr sz="966"/>
          </a:p>
        </p:txBody>
      </p:sp>
      <p:sp>
        <p:nvSpPr>
          <p:cNvPr id="282" name="Google Shape;282;p20"/>
          <p:cNvSpPr txBox="1"/>
          <p:nvPr/>
        </p:nvSpPr>
        <p:spPr>
          <a:xfrm>
            <a:off x="-1095670" y="7701311"/>
            <a:ext cx="3508500" cy="3072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726">
                <a:solidFill>
                  <a:srgbClr val="2D3B45"/>
                </a:solidFill>
                <a:latin typeface="Century Gothic"/>
                <a:ea typeface="Century Gothic"/>
                <a:cs typeface="Century Gothic"/>
                <a:sym typeface="Century Gothic"/>
              </a:rPr>
              <a:t>Factory 0</a:t>
            </a:r>
            <a:endParaRPr sz="966">
              <a:solidFill>
                <a:srgbClr val="2D3B45"/>
              </a:solidFill>
              <a:latin typeface="Century Gothic"/>
              <a:ea typeface="Century Gothic"/>
              <a:cs typeface="Century Gothic"/>
              <a:sym typeface="Century Gothic"/>
            </a:endParaRPr>
          </a:p>
        </p:txBody>
      </p:sp>
      <p:sp>
        <p:nvSpPr>
          <p:cNvPr id="283" name="Google Shape;283;p20"/>
          <p:cNvSpPr txBox="1"/>
          <p:nvPr/>
        </p:nvSpPr>
        <p:spPr>
          <a:xfrm>
            <a:off x="-1048079" y="8628854"/>
            <a:ext cx="3508500" cy="3072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726">
                <a:solidFill>
                  <a:srgbClr val="2D3B45"/>
                </a:solidFill>
                <a:latin typeface="Century Gothic"/>
                <a:ea typeface="Century Gothic"/>
                <a:cs typeface="Century Gothic"/>
                <a:sym typeface="Century Gothic"/>
              </a:rPr>
              <a:t>Factory 1</a:t>
            </a:r>
            <a:endParaRPr sz="966">
              <a:solidFill>
                <a:srgbClr val="2D3B45"/>
              </a:solidFill>
              <a:latin typeface="Century Gothic"/>
              <a:ea typeface="Century Gothic"/>
              <a:cs typeface="Century Gothic"/>
              <a:sym typeface="Century Gothic"/>
            </a:endParaRPr>
          </a:p>
        </p:txBody>
      </p:sp>
      <p:sp>
        <p:nvSpPr>
          <p:cNvPr id="284" name="Google Shape;284;p20"/>
          <p:cNvSpPr txBox="1"/>
          <p:nvPr/>
        </p:nvSpPr>
        <p:spPr>
          <a:xfrm>
            <a:off x="-1046585" y="9536000"/>
            <a:ext cx="3508500" cy="3072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726">
                <a:solidFill>
                  <a:srgbClr val="2D3B45"/>
                </a:solidFill>
                <a:latin typeface="Century Gothic"/>
                <a:ea typeface="Century Gothic"/>
                <a:cs typeface="Century Gothic"/>
                <a:sym typeface="Century Gothic"/>
              </a:rPr>
              <a:t>Factory 2</a:t>
            </a:r>
            <a:endParaRPr sz="966">
              <a:solidFill>
                <a:srgbClr val="2D3B45"/>
              </a:solidFill>
              <a:latin typeface="Century Gothic"/>
              <a:ea typeface="Century Gothic"/>
              <a:cs typeface="Century Gothic"/>
              <a:sym typeface="Century Gothic"/>
            </a:endParaRPr>
          </a:p>
        </p:txBody>
      </p:sp>
      <p:grpSp>
        <p:nvGrpSpPr>
          <p:cNvPr id="285" name="Google Shape;285;p20"/>
          <p:cNvGrpSpPr/>
          <p:nvPr/>
        </p:nvGrpSpPr>
        <p:grpSpPr>
          <a:xfrm>
            <a:off x="2216425" y="2347400"/>
            <a:ext cx="2018400" cy="575100"/>
            <a:chOff x="326825" y="2347375"/>
            <a:chExt cx="2018400" cy="575100"/>
          </a:xfrm>
        </p:grpSpPr>
        <p:sp>
          <p:nvSpPr>
            <p:cNvPr id="286" name="Google Shape;286;p20"/>
            <p:cNvSpPr/>
            <p:nvPr/>
          </p:nvSpPr>
          <p:spPr>
            <a:xfrm>
              <a:off x="326825" y="2347375"/>
              <a:ext cx="2018400" cy="575100"/>
            </a:xfrm>
            <a:prstGeom prst="roundRect">
              <a:avLst>
                <a:gd fmla="val 16667" name="adj"/>
              </a:avLst>
            </a:prstGeom>
            <a:solidFill>
              <a:srgbClr val="93987C"/>
            </a:solidFill>
            <a:ln>
              <a:noFill/>
            </a:ln>
            <a:effectLst>
              <a:outerShdw blurRad="57150" rotWithShape="0" algn="bl" dir="5400000" dist="19050">
                <a:srgbClr val="000000">
                  <a:alpha val="50000"/>
                </a:srgbClr>
              </a:outerShdw>
            </a:effectLst>
          </p:spPr>
          <p:txBody>
            <a:bodyPr anchorCtr="0" anchor="b"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   </a:t>
              </a:r>
              <a:r>
                <a:rPr lang="en-US">
                  <a:latin typeface="Sora"/>
                  <a:ea typeface="Sora"/>
                  <a:cs typeface="Sora"/>
                  <a:sym typeface="Sora"/>
                </a:rPr>
                <a:t>  $91.04</a:t>
              </a:r>
              <a:endParaRPr>
                <a:latin typeface="Sora"/>
                <a:ea typeface="Sora"/>
                <a:cs typeface="Sora"/>
                <a:sym typeface="Sora"/>
              </a:endParaRPr>
            </a:p>
          </p:txBody>
        </p:sp>
        <p:pic>
          <p:nvPicPr>
            <p:cNvPr id="287" name="Google Shape;287;p20"/>
            <p:cNvPicPr preferRelativeResize="0"/>
            <p:nvPr/>
          </p:nvPicPr>
          <p:blipFill>
            <a:blip r:embed="rId11">
              <a:alphaModFix/>
            </a:blip>
            <a:stretch>
              <a:fillRect/>
            </a:stretch>
          </p:blipFill>
          <p:spPr>
            <a:xfrm>
              <a:off x="454575" y="2388125"/>
              <a:ext cx="506200" cy="506200"/>
            </a:xfrm>
            <a:prstGeom prst="rect">
              <a:avLst/>
            </a:prstGeom>
            <a:noFill/>
            <a:ln>
              <a:noFill/>
            </a:ln>
          </p:spPr>
        </p:pic>
      </p:grpSp>
      <p:grpSp>
        <p:nvGrpSpPr>
          <p:cNvPr id="288" name="Google Shape;288;p20"/>
          <p:cNvGrpSpPr/>
          <p:nvPr/>
        </p:nvGrpSpPr>
        <p:grpSpPr>
          <a:xfrm>
            <a:off x="2290552" y="5565538"/>
            <a:ext cx="2018400" cy="575100"/>
            <a:chOff x="1096727" y="5174213"/>
            <a:chExt cx="2018400" cy="575100"/>
          </a:xfrm>
        </p:grpSpPr>
        <p:sp>
          <p:nvSpPr>
            <p:cNvPr id="289" name="Google Shape;289;p20"/>
            <p:cNvSpPr/>
            <p:nvPr/>
          </p:nvSpPr>
          <p:spPr>
            <a:xfrm>
              <a:off x="1096727" y="5174213"/>
              <a:ext cx="2018400" cy="575100"/>
            </a:xfrm>
            <a:prstGeom prst="roundRect">
              <a:avLst>
                <a:gd fmla="val 16667" name="adj"/>
              </a:avLst>
            </a:prstGeom>
            <a:solidFill>
              <a:srgbClr val="264653"/>
            </a:solidFill>
            <a:ln>
              <a:noFill/>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US">
                  <a:solidFill>
                    <a:schemeClr val="dk1"/>
                  </a:solidFill>
                  <a:latin typeface="Sora"/>
                  <a:ea typeface="Sora"/>
                  <a:cs typeface="Sora"/>
                  <a:sym typeface="Sora"/>
                </a:rPr>
                <a:t>  $66.67</a:t>
              </a:r>
              <a:endParaRPr>
                <a:latin typeface="Calibri"/>
                <a:ea typeface="Calibri"/>
                <a:cs typeface="Calibri"/>
                <a:sym typeface="Calibri"/>
              </a:endParaRPr>
            </a:p>
          </p:txBody>
        </p:sp>
        <p:pic>
          <p:nvPicPr>
            <p:cNvPr id="290" name="Google Shape;290;p20"/>
            <p:cNvPicPr preferRelativeResize="0"/>
            <p:nvPr/>
          </p:nvPicPr>
          <p:blipFill>
            <a:blip r:embed="rId12">
              <a:alphaModFix/>
            </a:blip>
            <a:stretch>
              <a:fillRect/>
            </a:stretch>
          </p:blipFill>
          <p:spPr>
            <a:xfrm>
              <a:off x="1233753" y="5194600"/>
              <a:ext cx="506200" cy="506200"/>
            </a:xfrm>
            <a:prstGeom prst="rect">
              <a:avLst/>
            </a:prstGeom>
            <a:noFill/>
            <a:ln>
              <a:noFill/>
            </a:ln>
          </p:spPr>
        </p:pic>
      </p:grpSp>
      <p:grpSp>
        <p:nvGrpSpPr>
          <p:cNvPr id="291" name="Google Shape;291;p20"/>
          <p:cNvGrpSpPr/>
          <p:nvPr/>
        </p:nvGrpSpPr>
        <p:grpSpPr>
          <a:xfrm>
            <a:off x="2216424" y="3094888"/>
            <a:ext cx="2018400" cy="575100"/>
            <a:chOff x="567999" y="3047050"/>
            <a:chExt cx="2018400" cy="575100"/>
          </a:xfrm>
        </p:grpSpPr>
        <p:sp>
          <p:nvSpPr>
            <p:cNvPr id="292" name="Google Shape;292;p20"/>
            <p:cNvSpPr/>
            <p:nvPr/>
          </p:nvSpPr>
          <p:spPr>
            <a:xfrm>
              <a:off x="567999" y="3047050"/>
              <a:ext cx="2018400" cy="575100"/>
            </a:xfrm>
            <a:prstGeom prst="roundRect">
              <a:avLst>
                <a:gd fmla="val 16667" name="adj"/>
              </a:avLst>
            </a:prstGeom>
            <a:solidFill>
              <a:srgbClr val="990000"/>
            </a:solidFill>
            <a:ln>
              <a:noFill/>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US">
                  <a:solidFill>
                    <a:schemeClr val="dk1"/>
                  </a:solidFill>
                  <a:latin typeface="Sora"/>
                  <a:ea typeface="Sora"/>
                  <a:cs typeface="Sora"/>
                  <a:sym typeface="Sora"/>
                </a:rPr>
                <a:t>  $83.73</a:t>
              </a:r>
              <a:endParaRPr>
                <a:latin typeface="Calibri"/>
                <a:ea typeface="Calibri"/>
                <a:cs typeface="Calibri"/>
                <a:sym typeface="Calibri"/>
              </a:endParaRPr>
            </a:p>
          </p:txBody>
        </p:sp>
        <p:pic>
          <p:nvPicPr>
            <p:cNvPr id="293" name="Google Shape;293;p20"/>
            <p:cNvPicPr preferRelativeResize="0"/>
            <p:nvPr/>
          </p:nvPicPr>
          <p:blipFill>
            <a:blip r:embed="rId13">
              <a:alphaModFix/>
            </a:blip>
            <a:stretch>
              <a:fillRect/>
            </a:stretch>
          </p:blipFill>
          <p:spPr>
            <a:xfrm>
              <a:off x="695749" y="3115950"/>
              <a:ext cx="506200" cy="506200"/>
            </a:xfrm>
            <a:prstGeom prst="rect">
              <a:avLst/>
            </a:prstGeom>
            <a:noFill/>
            <a:ln>
              <a:noFill/>
            </a:ln>
          </p:spPr>
        </p:pic>
      </p:grpSp>
      <p:grpSp>
        <p:nvGrpSpPr>
          <p:cNvPr id="294" name="Google Shape;294;p20"/>
          <p:cNvGrpSpPr/>
          <p:nvPr/>
        </p:nvGrpSpPr>
        <p:grpSpPr>
          <a:xfrm>
            <a:off x="2216418" y="3842400"/>
            <a:ext cx="2018400" cy="583713"/>
            <a:chOff x="762793" y="3746725"/>
            <a:chExt cx="2018400" cy="583713"/>
          </a:xfrm>
        </p:grpSpPr>
        <p:sp>
          <p:nvSpPr>
            <p:cNvPr id="295" name="Google Shape;295;p20"/>
            <p:cNvSpPr/>
            <p:nvPr/>
          </p:nvSpPr>
          <p:spPr>
            <a:xfrm>
              <a:off x="762793" y="3746725"/>
              <a:ext cx="2018400" cy="575100"/>
            </a:xfrm>
            <a:prstGeom prst="roundRect">
              <a:avLst>
                <a:gd fmla="val 16667" name="adj"/>
              </a:avLst>
            </a:prstGeom>
            <a:solidFill>
              <a:srgbClr val="EECE9F"/>
            </a:solidFill>
            <a:ln>
              <a:noFill/>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US">
                  <a:solidFill>
                    <a:schemeClr val="dk1"/>
                  </a:solidFill>
                  <a:latin typeface="Sora"/>
                  <a:ea typeface="Sora"/>
                  <a:cs typeface="Sora"/>
                  <a:sym typeface="Sora"/>
                </a:rPr>
                <a:t>  $83.10</a:t>
              </a:r>
              <a:endParaRPr>
                <a:latin typeface="Calibri"/>
                <a:ea typeface="Calibri"/>
                <a:cs typeface="Calibri"/>
                <a:sym typeface="Calibri"/>
              </a:endParaRPr>
            </a:p>
          </p:txBody>
        </p:sp>
        <p:pic>
          <p:nvPicPr>
            <p:cNvPr id="296" name="Google Shape;296;p20"/>
            <p:cNvPicPr preferRelativeResize="0"/>
            <p:nvPr/>
          </p:nvPicPr>
          <p:blipFill>
            <a:blip r:embed="rId14">
              <a:alphaModFix/>
            </a:blip>
            <a:stretch>
              <a:fillRect/>
            </a:stretch>
          </p:blipFill>
          <p:spPr>
            <a:xfrm>
              <a:off x="870243" y="3786638"/>
              <a:ext cx="543800" cy="543800"/>
            </a:xfrm>
            <a:prstGeom prst="rect">
              <a:avLst/>
            </a:prstGeom>
            <a:noFill/>
            <a:ln>
              <a:noFill/>
            </a:ln>
          </p:spPr>
        </p:pic>
      </p:grpSp>
      <p:grpSp>
        <p:nvGrpSpPr>
          <p:cNvPr id="297" name="Google Shape;297;p20"/>
          <p:cNvGrpSpPr/>
          <p:nvPr/>
        </p:nvGrpSpPr>
        <p:grpSpPr>
          <a:xfrm>
            <a:off x="2216433" y="4646375"/>
            <a:ext cx="2018400" cy="603250"/>
            <a:chOff x="911208" y="4446400"/>
            <a:chExt cx="2018400" cy="603250"/>
          </a:xfrm>
        </p:grpSpPr>
        <p:sp>
          <p:nvSpPr>
            <p:cNvPr id="298" name="Google Shape;298;p20"/>
            <p:cNvSpPr/>
            <p:nvPr/>
          </p:nvSpPr>
          <p:spPr>
            <a:xfrm>
              <a:off x="911208" y="4446400"/>
              <a:ext cx="2018400" cy="575100"/>
            </a:xfrm>
            <a:prstGeom prst="roundRect">
              <a:avLst>
                <a:gd fmla="val 16667" name="adj"/>
              </a:avLst>
            </a:prstGeom>
            <a:solidFill>
              <a:srgbClr val="E9C46A"/>
            </a:solidFill>
            <a:ln>
              <a:noFill/>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US">
                  <a:solidFill>
                    <a:schemeClr val="dk1"/>
                  </a:solidFill>
                  <a:latin typeface="Sora"/>
                  <a:ea typeface="Sora"/>
                  <a:cs typeface="Sora"/>
                  <a:sym typeface="Sora"/>
                </a:rPr>
                <a:t>  $75.09</a:t>
              </a:r>
              <a:endParaRPr>
                <a:latin typeface="Calibri"/>
                <a:ea typeface="Calibri"/>
                <a:cs typeface="Calibri"/>
                <a:sym typeface="Calibri"/>
              </a:endParaRPr>
            </a:p>
          </p:txBody>
        </p:sp>
        <p:pic>
          <p:nvPicPr>
            <p:cNvPr id="299" name="Google Shape;299;p20"/>
            <p:cNvPicPr preferRelativeResize="0"/>
            <p:nvPr/>
          </p:nvPicPr>
          <p:blipFill>
            <a:blip r:embed="rId15">
              <a:alphaModFix/>
            </a:blip>
            <a:stretch>
              <a:fillRect/>
            </a:stretch>
          </p:blipFill>
          <p:spPr>
            <a:xfrm>
              <a:off x="971058" y="4505850"/>
              <a:ext cx="543800" cy="543800"/>
            </a:xfrm>
            <a:prstGeom prst="rect">
              <a:avLst/>
            </a:prstGeom>
            <a:noFill/>
            <a:ln>
              <a:noFill/>
            </a:ln>
          </p:spPr>
        </p:pic>
      </p:grpSp>
      <p:grpSp>
        <p:nvGrpSpPr>
          <p:cNvPr id="300" name="Google Shape;300;p20"/>
          <p:cNvGrpSpPr/>
          <p:nvPr/>
        </p:nvGrpSpPr>
        <p:grpSpPr>
          <a:xfrm>
            <a:off x="2290549" y="6437750"/>
            <a:ext cx="2018400" cy="575100"/>
            <a:chOff x="1319349" y="5873888"/>
            <a:chExt cx="2018400" cy="575100"/>
          </a:xfrm>
        </p:grpSpPr>
        <p:sp>
          <p:nvSpPr>
            <p:cNvPr id="301" name="Google Shape;301;p20"/>
            <p:cNvSpPr/>
            <p:nvPr/>
          </p:nvSpPr>
          <p:spPr>
            <a:xfrm>
              <a:off x="1319349" y="5873888"/>
              <a:ext cx="2018400" cy="575100"/>
            </a:xfrm>
            <a:prstGeom prst="roundRect">
              <a:avLst>
                <a:gd fmla="val 16667" name="adj"/>
              </a:avLst>
            </a:prstGeom>
            <a:solidFill>
              <a:srgbClr val="606C38"/>
            </a:solidFill>
            <a:ln>
              <a:noFill/>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US">
                  <a:solidFill>
                    <a:schemeClr val="dk1"/>
                  </a:solidFill>
                  <a:latin typeface="Sora"/>
                  <a:ea typeface="Sora"/>
                  <a:cs typeface="Sora"/>
                  <a:sym typeface="Sora"/>
                </a:rPr>
                <a:t>  $15.91</a:t>
              </a:r>
              <a:endParaRPr>
                <a:latin typeface="Calibri"/>
                <a:ea typeface="Calibri"/>
                <a:cs typeface="Calibri"/>
                <a:sym typeface="Calibri"/>
              </a:endParaRPr>
            </a:p>
          </p:txBody>
        </p:sp>
        <p:pic>
          <p:nvPicPr>
            <p:cNvPr id="302" name="Google Shape;302;p20"/>
            <p:cNvPicPr preferRelativeResize="0"/>
            <p:nvPr/>
          </p:nvPicPr>
          <p:blipFill>
            <a:blip r:embed="rId16">
              <a:alphaModFix/>
            </a:blip>
            <a:stretch>
              <a:fillRect/>
            </a:stretch>
          </p:blipFill>
          <p:spPr>
            <a:xfrm>
              <a:off x="1447099" y="5922400"/>
              <a:ext cx="506200" cy="506200"/>
            </a:xfrm>
            <a:prstGeom prst="rect">
              <a:avLst/>
            </a:prstGeom>
            <a:noFill/>
            <a:ln>
              <a:noFill/>
            </a:ln>
          </p:spPr>
        </p:pic>
      </p:grpSp>
      <p:pic>
        <p:nvPicPr>
          <p:cNvPr id="303" name="Google Shape;303;p20"/>
          <p:cNvPicPr preferRelativeResize="0"/>
          <p:nvPr/>
        </p:nvPicPr>
        <p:blipFill rotWithShape="1">
          <a:blip r:embed="rId17">
            <a:alphaModFix/>
          </a:blip>
          <a:srcRect b="0" l="0" r="0" t="0"/>
          <a:stretch/>
        </p:blipFill>
        <p:spPr>
          <a:xfrm rot="5400000">
            <a:off x="2056246" y="5939965"/>
            <a:ext cx="7585000" cy="492625"/>
          </a:xfrm>
          <a:prstGeom prst="rect">
            <a:avLst/>
          </a:prstGeom>
          <a:noFill/>
          <a:ln>
            <a:noFill/>
          </a:ln>
        </p:spPr>
      </p:pic>
      <p:pic>
        <p:nvPicPr>
          <p:cNvPr id="304" name="Google Shape;304;p20"/>
          <p:cNvPicPr preferRelativeResize="0"/>
          <p:nvPr/>
        </p:nvPicPr>
        <p:blipFill rotWithShape="1">
          <a:blip r:embed="rId18">
            <a:alphaModFix/>
          </a:blip>
          <a:srcRect b="0" l="0" r="0" t="0"/>
          <a:stretch/>
        </p:blipFill>
        <p:spPr>
          <a:xfrm>
            <a:off x="6095050" y="5565550"/>
            <a:ext cx="381000" cy="101600"/>
          </a:xfrm>
          <a:prstGeom prst="rect">
            <a:avLst/>
          </a:prstGeom>
          <a:noFill/>
          <a:ln>
            <a:noFill/>
          </a:ln>
        </p:spPr>
      </p:pic>
      <p:pic>
        <p:nvPicPr>
          <p:cNvPr id="305" name="Google Shape;305;p20"/>
          <p:cNvPicPr preferRelativeResize="0"/>
          <p:nvPr/>
        </p:nvPicPr>
        <p:blipFill rotWithShape="1">
          <a:blip r:embed="rId19">
            <a:alphaModFix/>
          </a:blip>
          <a:srcRect b="0" l="0" r="0" t="0"/>
          <a:stretch/>
        </p:blipFill>
        <p:spPr>
          <a:xfrm>
            <a:off x="6476050" y="2347400"/>
            <a:ext cx="5829300" cy="6196500"/>
          </a:xfrm>
          <a:prstGeom prst="rect">
            <a:avLst/>
          </a:prstGeom>
          <a:noFill/>
          <a:ln>
            <a:noFill/>
          </a:ln>
        </p:spPr>
      </p:pic>
      <p:pic>
        <p:nvPicPr>
          <p:cNvPr id="306" name="Google Shape;306;p20" title="image-Photoroom (2).png"/>
          <p:cNvPicPr preferRelativeResize="0"/>
          <p:nvPr/>
        </p:nvPicPr>
        <p:blipFill rotWithShape="1">
          <a:blip r:embed="rId20">
            <a:alphaModFix/>
          </a:blip>
          <a:srcRect b="75549" l="0" r="0" t="0"/>
          <a:stretch/>
        </p:blipFill>
        <p:spPr>
          <a:xfrm>
            <a:off x="2672725" y="1842240"/>
            <a:ext cx="1562100" cy="454150"/>
          </a:xfrm>
          <a:prstGeom prst="rect">
            <a:avLst/>
          </a:prstGeom>
          <a:noFill/>
          <a:ln>
            <a:noFill/>
          </a:ln>
        </p:spPr>
      </p:pic>
      <p:pic>
        <p:nvPicPr>
          <p:cNvPr id="307" name="Google Shape;307;p20" title="image-Photoroom (2).png"/>
          <p:cNvPicPr preferRelativeResize="0"/>
          <p:nvPr/>
        </p:nvPicPr>
        <p:blipFill rotWithShape="1">
          <a:blip r:embed="rId20">
            <a:alphaModFix/>
          </a:blip>
          <a:srcRect b="64302" l="0" r="0" t="23212"/>
          <a:stretch/>
        </p:blipFill>
        <p:spPr>
          <a:xfrm>
            <a:off x="4104950" y="3307762"/>
            <a:ext cx="1660890" cy="246566"/>
          </a:xfrm>
          <a:prstGeom prst="rect">
            <a:avLst/>
          </a:prstGeom>
          <a:noFill/>
          <a:ln>
            <a:noFill/>
          </a:ln>
        </p:spPr>
      </p:pic>
      <p:pic>
        <p:nvPicPr>
          <p:cNvPr id="308" name="Google Shape;308;p20" title="image-Photoroom (2).png"/>
          <p:cNvPicPr preferRelativeResize="0"/>
          <p:nvPr/>
        </p:nvPicPr>
        <p:blipFill rotWithShape="1">
          <a:blip r:embed="rId20">
            <a:alphaModFix/>
          </a:blip>
          <a:srcRect b="22699" l="0" r="0" t="64544"/>
          <a:stretch/>
        </p:blipFill>
        <p:spPr>
          <a:xfrm>
            <a:off x="4104989" y="2567445"/>
            <a:ext cx="1660890" cy="246566"/>
          </a:xfrm>
          <a:prstGeom prst="rect">
            <a:avLst/>
          </a:prstGeom>
          <a:noFill/>
          <a:ln>
            <a:noFill/>
          </a:ln>
        </p:spPr>
      </p:pic>
      <p:pic>
        <p:nvPicPr>
          <p:cNvPr id="309" name="Google Shape;309;p20" title="image-Photoroom (2).png"/>
          <p:cNvPicPr preferRelativeResize="0"/>
          <p:nvPr/>
        </p:nvPicPr>
        <p:blipFill rotWithShape="1">
          <a:blip r:embed="rId20">
            <a:alphaModFix/>
          </a:blip>
          <a:srcRect b="43758" l="0" r="0" t="43757"/>
          <a:stretch/>
        </p:blipFill>
        <p:spPr>
          <a:xfrm>
            <a:off x="4164162" y="4066829"/>
            <a:ext cx="1660890" cy="246566"/>
          </a:xfrm>
          <a:prstGeom prst="rect">
            <a:avLst/>
          </a:prstGeom>
          <a:noFill/>
          <a:ln>
            <a:noFill/>
          </a:ln>
        </p:spPr>
      </p:pic>
      <p:pic>
        <p:nvPicPr>
          <p:cNvPr id="310" name="Google Shape;310;p20" title="image-Photoroom (2).png"/>
          <p:cNvPicPr preferRelativeResize="0"/>
          <p:nvPr/>
        </p:nvPicPr>
        <p:blipFill rotWithShape="1">
          <a:blip r:embed="rId20">
            <a:alphaModFix/>
          </a:blip>
          <a:srcRect b="54814" l="0" r="0" t="32701"/>
          <a:stretch/>
        </p:blipFill>
        <p:spPr>
          <a:xfrm>
            <a:off x="4173985" y="4855406"/>
            <a:ext cx="1660890" cy="246566"/>
          </a:xfrm>
          <a:prstGeom prst="rect">
            <a:avLst/>
          </a:prstGeom>
          <a:noFill/>
          <a:ln>
            <a:noFill/>
          </a:ln>
        </p:spPr>
      </p:pic>
      <p:pic>
        <p:nvPicPr>
          <p:cNvPr id="311" name="Google Shape;311;p20" title="image-Photoroom (2).png"/>
          <p:cNvPicPr preferRelativeResize="0"/>
          <p:nvPr/>
        </p:nvPicPr>
        <p:blipFill rotWithShape="1">
          <a:blip r:embed="rId20">
            <a:alphaModFix/>
          </a:blip>
          <a:srcRect b="12364" l="0" r="0" t="75151"/>
          <a:stretch/>
        </p:blipFill>
        <p:spPr>
          <a:xfrm>
            <a:off x="4173981" y="5766973"/>
            <a:ext cx="1660890" cy="246566"/>
          </a:xfrm>
          <a:prstGeom prst="rect">
            <a:avLst/>
          </a:prstGeom>
          <a:noFill/>
          <a:ln>
            <a:noFill/>
          </a:ln>
        </p:spPr>
      </p:pic>
      <p:pic>
        <p:nvPicPr>
          <p:cNvPr id="312" name="Google Shape;312;p20" title="image-Photoroom (2).png"/>
          <p:cNvPicPr preferRelativeResize="0"/>
          <p:nvPr/>
        </p:nvPicPr>
        <p:blipFill rotWithShape="1">
          <a:blip r:embed="rId20">
            <a:alphaModFix/>
          </a:blip>
          <a:srcRect b="32841" l="0" r="0" t="54674"/>
          <a:stretch/>
        </p:blipFill>
        <p:spPr>
          <a:xfrm>
            <a:off x="4173981" y="6622949"/>
            <a:ext cx="1660890" cy="246566"/>
          </a:xfrm>
          <a:prstGeom prst="rect">
            <a:avLst/>
          </a:prstGeom>
          <a:noFill/>
          <a:ln>
            <a:noFill/>
          </a:ln>
        </p:spPr>
      </p:pic>
      <p:sp>
        <p:nvSpPr>
          <p:cNvPr id="313" name="Google Shape;313;p20"/>
          <p:cNvSpPr txBox="1"/>
          <p:nvPr/>
        </p:nvSpPr>
        <p:spPr>
          <a:xfrm>
            <a:off x="12471825" y="2654300"/>
            <a:ext cx="4981200" cy="106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3200">
                <a:solidFill>
                  <a:srgbClr val="C8BF96"/>
                </a:solidFill>
                <a:latin typeface="Calibri"/>
                <a:ea typeface="Calibri"/>
                <a:cs typeface="Calibri"/>
                <a:sym typeface="Calibri"/>
              </a:rPr>
              <a:t>Highest Average Production Costs : Factory 2</a:t>
            </a:r>
            <a:endParaRPr sz="3200">
              <a:solidFill>
                <a:srgbClr val="C8BF96"/>
              </a:solidFill>
              <a:latin typeface="Calibri"/>
              <a:ea typeface="Calibri"/>
              <a:cs typeface="Calibri"/>
              <a:sym typeface="Calibri"/>
            </a:endParaRPr>
          </a:p>
          <a:p>
            <a:pPr indent="0" lvl="0" marL="0" rtl="0" algn="l">
              <a:spcBef>
                <a:spcPts val="0"/>
              </a:spcBef>
              <a:spcAft>
                <a:spcPts val="0"/>
              </a:spcAft>
              <a:buNone/>
            </a:pPr>
            <a:r>
              <a:t/>
            </a:r>
            <a:endParaRPr sz="3200">
              <a:solidFill>
                <a:srgbClr val="C8BF96"/>
              </a:solidFill>
              <a:latin typeface="Calibri"/>
              <a:ea typeface="Calibri"/>
              <a:cs typeface="Calibri"/>
              <a:sym typeface="Calibri"/>
            </a:endParaRPr>
          </a:p>
          <a:p>
            <a:pPr indent="0" lvl="0" marL="0" rtl="0" algn="l">
              <a:spcBef>
                <a:spcPts val="0"/>
              </a:spcBef>
              <a:spcAft>
                <a:spcPts val="0"/>
              </a:spcAft>
              <a:buNone/>
            </a:pPr>
            <a:r>
              <a:rPr lang="en-US" sz="3200">
                <a:solidFill>
                  <a:srgbClr val="C8BF96"/>
                </a:solidFill>
                <a:latin typeface="Calibri"/>
                <a:ea typeface="Calibri"/>
                <a:cs typeface="Calibri"/>
                <a:sym typeface="Calibri"/>
              </a:rPr>
              <a:t>Cars have the 2nd highest CPU, but the lowest production costs</a:t>
            </a:r>
            <a:endParaRPr sz="3200">
              <a:solidFill>
                <a:srgbClr val="C8BF96"/>
              </a:solidFill>
              <a:latin typeface="Calibri"/>
              <a:ea typeface="Calibri"/>
              <a:cs typeface="Calibri"/>
              <a:sym typeface="Calibri"/>
            </a:endParaRPr>
          </a:p>
          <a:p>
            <a:pPr indent="0" lvl="0" marL="0" rtl="0" algn="l">
              <a:spcBef>
                <a:spcPts val="0"/>
              </a:spcBef>
              <a:spcAft>
                <a:spcPts val="0"/>
              </a:spcAft>
              <a:buNone/>
            </a:pPr>
            <a:r>
              <a:t/>
            </a:r>
            <a:endParaRPr sz="3200">
              <a:solidFill>
                <a:srgbClr val="C8BF96"/>
              </a:solidFill>
              <a:latin typeface="Calibri"/>
              <a:ea typeface="Calibri"/>
              <a:cs typeface="Calibri"/>
              <a:sym typeface="Calibri"/>
            </a:endParaRPr>
          </a:p>
          <a:p>
            <a:pPr indent="0" lvl="0" marL="0" rtl="0" algn="l">
              <a:spcBef>
                <a:spcPts val="0"/>
              </a:spcBef>
              <a:spcAft>
                <a:spcPts val="0"/>
              </a:spcAft>
              <a:buNone/>
            </a:pPr>
            <a:r>
              <a:rPr lang="en-US" sz="3200">
                <a:solidFill>
                  <a:srgbClr val="C8BF96"/>
                </a:solidFill>
                <a:latin typeface="Calibri"/>
                <a:ea typeface="Calibri"/>
                <a:cs typeface="Calibri"/>
                <a:sym typeface="Calibri"/>
              </a:rPr>
              <a:t>Ships have the highest number of productions yet the second lowest production cost</a:t>
            </a:r>
            <a:endParaRPr sz="3200">
              <a:solidFill>
                <a:srgbClr val="C8BF96"/>
              </a:solidFill>
              <a:latin typeface="Calibri"/>
              <a:ea typeface="Calibri"/>
              <a:cs typeface="Calibri"/>
              <a:sym typeface="Calibri"/>
            </a:endParaRPr>
          </a:p>
        </p:txBody>
      </p:sp>
      <p:grpSp>
        <p:nvGrpSpPr>
          <p:cNvPr id="314" name="Google Shape;314;p20"/>
          <p:cNvGrpSpPr/>
          <p:nvPr/>
        </p:nvGrpSpPr>
        <p:grpSpPr>
          <a:xfrm>
            <a:off x="6758221" y="2481296"/>
            <a:ext cx="5240618" cy="3729844"/>
            <a:chOff x="6758450" y="2481306"/>
            <a:chExt cx="4626252" cy="3729844"/>
          </a:xfrm>
        </p:grpSpPr>
        <p:grpSp>
          <p:nvGrpSpPr>
            <p:cNvPr id="315" name="Google Shape;315;p20"/>
            <p:cNvGrpSpPr/>
            <p:nvPr/>
          </p:nvGrpSpPr>
          <p:grpSpPr>
            <a:xfrm>
              <a:off x="6761377" y="2481306"/>
              <a:ext cx="4623325" cy="404813"/>
              <a:chOff x="7669275" y="1466100"/>
              <a:chExt cx="4623325" cy="404813"/>
            </a:xfrm>
          </p:grpSpPr>
          <p:pic>
            <p:nvPicPr>
              <p:cNvPr id="316" name="Google Shape;316;p20"/>
              <p:cNvPicPr preferRelativeResize="0"/>
              <p:nvPr/>
            </p:nvPicPr>
            <p:blipFill>
              <a:blip r:embed="rId21">
                <a:alphaModFix/>
              </a:blip>
              <a:stretch>
                <a:fillRect/>
              </a:stretch>
            </p:blipFill>
            <p:spPr>
              <a:xfrm>
                <a:off x="7669275" y="1466100"/>
                <a:ext cx="4623325" cy="404813"/>
              </a:xfrm>
              <a:prstGeom prst="rect">
                <a:avLst/>
              </a:prstGeom>
              <a:noFill/>
              <a:ln>
                <a:noFill/>
              </a:ln>
            </p:spPr>
          </p:pic>
          <p:pic>
            <p:nvPicPr>
              <p:cNvPr id="317" name="Google Shape;317;p20"/>
              <p:cNvPicPr preferRelativeResize="0"/>
              <p:nvPr/>
            </p:nvPicPr>
            <p:blipFill>
              <a:blip r:embed="rId22">
                <a:alphaModFix/>
              </a:blip>
              <a:stretch>
                <a:fillRect/>
              </a:stretch>
            </p:blipFill>
            <p:spPr>
              <a:xfrm>
                <a:off x="9049971" y="1514427"/>
                <a:ext cx="2181225" cy="247650"/>
              </a:xfrm>
              <a:prstGeom prst="rect">
                <a:avLst/>
              </a:prstGeom>
              <a:noFill/>
              <a:ln>
                <a:noFill/>
              </a:ln>
            </p:spPr>
          </p:pic>
        </p:grpSp>
        <p:pic>
          <p:nvPicPr>
            <p:cNvPr id="318" name="Google Shape;318;p20"/>
            <p:cNvPicPr preferRelativeResize="0"/>
            <p:nvPr/>
          </p:nvPicPr>
          <p:blipFill rotWithShape="1">
            <a:blip r:embed="rId23">
              <a:alphaModFix/>
            </a:blip>
            <a:srcRect b="0" l="0" r="22952" t="6006"/>
            <a:stretch/>
          </p:blipFill>
          <p:spPr>
            <a:xfrm>
              <a:off x="6758450" y="2728500"/>
              <a:ext cx="4623324" cy="3482650"/>
            </a:xfrm>
            <a:prstGeom prst="rect">
              <a:avLst/>
            </a:prstGeom>
            <a:noFill/>
            <a:ln>
              <a:noFill/>
            </a:ln>
          </p:spPr>
        </p:pic>
      </p:grpSp>
      <p:pic>
        <p:nvPicPr>
          <p:cNvPr id="319" name="Google Shape;319;p20"/>
          <p:cNvPicPr preferRelativeResize="0"/>
          <p:nvPr/>
        </p:nvPicPr>
        <p:blipFill rotWithShape="1">
          <a:blip r:embed="rId4">
            <a:alphaModFix/>
          </a:blip>
          <a:srcRect b="0" l="0" r="0" t="0"/>
          <a:stretch/>
        </p:blipFill>
        <p:spPr>
          <a:xfrm>
            <a:off x="6663125" y="6291275"/>
            <a:ext cx="5335725" cy="1913525"/>
          </a:xfrm>
          <a:prstGeom prst="rect">
            <a:avLst/>
          </a:prstGeom>
          <a:noFill/>
          <a:ln>
            <a:noFill/>
          </a:ln>
          <a:effectLst>
            <a:outerShdw blurRad="23924" dir="2700000" dist="51165">
              <a:srgbClr val="000000">
                <a:alpha val="10200"/>
              </a:srgbClr>
            </a:outerShdw>
          </a:effectLst>
        </p:spPr>
      </p:pic>
      <p:sp>
        <p:nvSpPr>
          <p:cNvPr id="320" name="Google Shape;320;p20"/>
          <p:cNvSpPr txBox="1"/>
          <p:nvPr/>
        </p:nvSpPr>
        <p:spPr>
          <a:xfrm>
            <a:off x="7739188" y="6444588"/>
            <a:ext cx="3278700" cy="6033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926">
                <a:solidFill>
                  <a:srgbClr val="783F04"/>
                </a:solidFill>
              </a:rPr>
              <a:t>Average Production Cost:</a:t>
            </a:r>
            <a:r>
              <a:rPr lang="en-US" sz="1926">
                <a:solidFill>
                  <a:srgbClr val="888888"/>
                </a:solidFill>
              </a:rPr>
              <a:t> </a:t>
            </a:r>
            <a:endParaRPr sz="1926">
              <a:solidFill>
                <a:srgbClr val="888888"/>
              </a:solidFill>
            </a:endParaRPr>
          </a:p>
          <a:p>
            <a:pPr indent="0" lvl="0" marL="0" marR="0" rtl="0" algn="ctr">
              <a:lnSpc>
                <a:spcPct val="99600"/>
              </a:lnSpc>
              <a:spcBef>
                <a:spcPts val="0"/>
              </a:spcBef>
              <a:spcAft>
                <a:spcPts val="0"/>
              </a:spcAft>
              <a:buNone/>
            </a:pPr>
            <a:r>
              <a:rPr lang="en-US" sz="1926">
                <a:solidFill>
                  <a:srgbClr val="888888"/>
                </a:solidFill>
              </a:rPr>
              <a:t>$2,000 -$6,000</a:t>
            </a:r>
            <a:endParaRPr sz="1166">
              <a:solidFill>
                <a:srgbClr val="888888"/>
              </a:solidFill>
            </a:endParaRPr>
          </a:p>
        </p:txBody>
      </p:sp>
      <p:pic>
        <p:nvPicPr>
          <p:cNvPr id="321" name="Google Shape;321;p20"/>
          <p:cNvPicPr preferRelativeResize="0"/>
          <p:nvPr/>
        </p:nvPicPr>
        <p:blipFill>
          <a:blip r:embed="rId24">
            <a:alphaModFix/>
          </a:blip>
          <a:stretch>
            <a:fillRect/>
          </a:stretch>
        </p:blipFill>
        <p:spPr>
          <a:xfrm>
            <a:off x="17195700" y="2862250"/>
            <a:ext cx="946300" cy="946300"/>
          </a:xfrm>
          <a:prstGeom prst="rect">
            <a:avLst/>
          </a:prstGeom>
          <a:noFill/>
          <a:ln>
            <a:noFill/>
          </a:ln>
        </p:spPr>
      </p:pic>
      <p:pic>
        <p:nvPicPr>
          <p:cNvPr id="322" name="Google Shape;322;p20"/>
          <p:cNvPicPr preferRelativeResize="0"/>
          <p:nvPr/>
        </p:nvPicPr>
        <p:blipFill>
          <a:blip r:embed="rId25">
            <a:alphaModFix/>
          </a:blip>
          <a:stretch>
            <a:fillRect/>
          </a:stretch>
        </p:blipFill>
        <p:spPr>
          <a:xfrm flipH="1">
            <a:off x="17195700" y="6622950"/>
            <a:ext cx="1066800" cy="1066800"/>
          </a:xfrm>
          <a:prstGeom prst="rect">
            <a:avLst/>
          </a:prstGeom>
          <a:noFill/>
          <a:ln>
            <a:noFill/>
          </a:ln>
        </p:spPr>
      </p:pic>
      <p:pic>
        <p:nvPicPr>
          <p:cNvPr id="323" name="Google Shape;323;p20"/>
          <p:cNvPicPr preferRelativeResize="0"/>
          <p:nvPr/>
        </p:nvPicPr>
        <p:blipFill>
          <a:blip r:embed="rId26">
            <a:alphaModFix/>
          </a:blip>
          <a:stretch>
            <a:fillRect/>
          </a:stretch>
        </p:blipFill>
        <p:spPr>
          <a:xfrm>
            <a:off x="17167950" y="4347563"/>
            <a:ext cx="1122300" cy="1122300"/>
          </a:xfrm>
          <a:prstGeom prst="rect">
            <a:avLst/>
          </a:prstGeom>
          <a:noFill/>
          <a:ln>
            <a:noFill/>
          </a:ln>
        </p:spPr>
      </p:pic>
      <p:sp>
        <p:nvSpPr>
          <p:cNvPr id="324" name="Google Shape;324;p20"/>
          <p:cNvSpPr txBox="1"/>
          <p:nvPr/>
        </p:nvSpPr>
        <p:spPr>
          <a:xfrm>
            <a:off x="7504653" y="7281350"/>
            <a:ext cx="4035000" cy="603300"/>
          </a:xfrm>
          <a:prstGeom prst="rect">
            <a:avLst/>
          </a:prstGeom>
          <a:noFill/>
          <a:ln>
            <a:noFill/>
          </a:ln>
        </p:spPr>
        <p:txBody>
          <a:bodyPr anchorCtr="0" anchor="ctr" bIns="0" lIns="0" spcFirstLastPara="1" rIns="0" wrap="square" tIns="0">
            <a:noAutofit/>
          </a:bodyPr>
          <a:lstStyle/>
          <a:p>
            <a:pPr indent="0" lvl="0" marL="0" marR="0" rtl="0" algn="ctr">
              <a:lnSpc>
                <a:spcPct val="99600"/>
              </a:lnSpc>
              <a:spcBef>
                <a:spcPts val="0"/>
              </a:spcBef>
              <a:spcAft>
                <a:spcPts val="0"/>
              </a:spcAft>
              <a:buNone/>
            </a:pPr>
            <a:r>
              <a:rPr lang="en-US" sz="1926">
                <a:solidFill>
                  <a:srgbClr val="783F04"/>
                </a:solidFill>
              </a:rPr>
              <a:t>Average Production Count : </a:t>
            </a:r>
            <a:endParaRPr sz="1926">
              <a:solidFill>
                <a:srgbClr val="783F04"/>
              </a:solidFill>
            </a:endParaRPr>
          </a:p>
          <a:p>
            <a:pPr indent="0" lvl="0" marL="0" marR="0" rtl="0" algn="ctr">
              <a:lnSpc>
                <a:spcPct val="99600"/>
              </a:lnSpc>
              <a:spcBef>
                <a:spcPts val="0"/>
              </a:spcBef>
              <a:spcAft>
                <a:spcPts val="0"/>
              </a:spcAft>
              <a:buNone/>
            </a:pPr>
            <a:r>
              <a:rPr lang="en-US" sz="1926">
                <a:solidFill>
                  <a:srgbClr val="888888"/>
                </a:solidFill>
              </a:rPr>
              <a:t>25-75 units</a:t>
            </a:r>
            <a:endParaRPr sz="1166">
              <a:solidFill>
                <a:srgbClr val="888888"/>
              </a:solidFill>
            </a:endParaRPr>
          </a:p>
        </p:txBody>
      </p:sp>
      <p:cxnSp>
        <p:nvCxnSpPr>
          <p:cNvPr id="325" name="Google Shape;325;p20"/>
          <p:cNvCxnSpPr/>
          <p:nvPr/>
        </p:nvCxnSpPr>
        <p:spPr>
          <a:xfrm>
            <a:off x="1128825" y="1894350"/>
            <a:ext cx="16324200" cy="0"/>
          </a:xfrm>
          <a:prstGeom prst="straightConnector1">
            <a:avLst/>
          </a:prstGeom>
          <a:noFill/>
          <a:ln cap="flat" cmpd="sng" w="19050">
            <a:solidFill>
              <a:srgbClr val="5B0F00"/>
            </a:solidFill>
            <a:prstDash val="solid"/>
            <a:round/>
            <a:headEnd len="med" w="med" type="none"/>
            <a:tailEnd len="med" w="med"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329" name="Shape 329"/>
        <p:cNvGrpSpPr/>
        <p:nvPr/>
      </p:nvGrpSpPr>
      <p:grpSpPr>
        <a:xfrm>
          <a:off x="0" y="0"/>
          <a:ext cx="0" cy="0"/>
          <a:chOff x="0" y="0"/>
          <a:chExt cx="0" cy="0"/>
        </a:xfrm>
      </p:grpSpPr>
      <p:sp>
        <p:nvSpPr>
          <p:cNvPr id="330" name="Google Shape;330;p21"/>
          <p:cNvSpPr/>
          <p:nvPr/>
        </p:nvSpPr>
        <p:spPr>
          <a:xfrm>
            <a:off x="9411650" y="3492325"/>
            <a:ext cx="8082000" cy="5835000"/>
          </a:xfrm>
          <a:prstGeom prst="roundRect">
            <a:avLst>
              <a:gd fmla="val 16667" name="adj"/>
            </a:avLst>
          </a:prstGeom>
          <a:solidFill>
            <a:srgbClr val="F8F6F1"/>
          </a:solid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331" name="Google Shape;331;p21"/>
          <p:cNvSpPr/>
          <p:nvPr/>
        </p:nvSpPr>
        <p:spPr>
          <a:xfrm>
            <a:off x="654025" y="3539225"/>
            <a:ext cx="8082000" cy="5788200"/>
          </a:xfrm>
          <a:prstGeom prst="roundRect">
            <a:avLst>
              <a:gd fmla="val 16667" name="adj"/>
            </a:avLst>
          </a:prstGeom>
          <a:solidFill>
            <a:srgbClr val="F8F6F1"/>
          </a:solid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pic>
        <p:nvPicPr>
          <p:cNvPr id="332" name="Google Shape;332;p21"/>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333" name="Google Shape;333;p21"/>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334" name="Google Shape;334;p21"/>
          <p:cNvSpPr txBox="1"/>
          <p:nvPr/>
        </p:nvSpPr>
        <p:spPr>
          <a:xfrm>
            <a:off x="1206500" y="707358"/>
            <a:ext cx="70740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Profit &amp; Revenue</a:t>
            </a:r>
            <a:endParaRPr/>
          </a:p>
        </p:txBody>
      </p:sp>
      <p:sp>
        <p:nvSpPr>
          <p:cNvPr id="335" name="Google Shape;335;p21"/>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7</a:t>
            </a:r>
            <a:endParaRPr/>
          </a:p>
        </p:txBody>
      </p:sp>
      <p:sp>
        <p:nvSpPr>
          <p:cNvPr id="336" name="Google Shape;336;p21"/>
          <p:cNvSpPr txBox="1"/>
          <p:nvPr/>
        </p:nvSpPr>
        <p:spPr>
          <a:xfrm rot="-5400000">
            <a:off x="15367050" y="31755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Business - Business Goals</a:t>
            </a:r>
            <a:endParaRPr/>
          </a:p>
        </p:txBody>
      </p:sp>
      <p:sp>
        <p:nvSpPr>
          <p:cNvPr id="337" name="Google Shape;337;p21"/>
          <p:cNvSpPr/>
          <p:nvPr/>
        </p:nvSpPr>
        <p:spPr>
          <a:xfrm>
            <a:off x="9667902" y="4997282"/>
            <a:ext cx="6937800" cy="4223400"/>
          </a:xfrm>
          <a:prstGeom prst="roundRect">
            <a:avLst>
              <a:gd fmla="val 16667" name="adj"/>
            </a:avLst>
          </a:prstGeom>
          <a:solidFill>
            <a:schemeClr val="lt1"/>
          </a:solidFill>
          <a:ln cap="flat" cmpd="sng" w="10400">
            <a:solidFill>
              <a:schemeClr val="dk2"/>
            </a:solidFill>
            <a:prstDash val="solid"/>
            <a:round/>
            <a:headEnd len="sm" w="sm" type="none"/>
            <a:tailEnd len="sm" w="sm" type="none"/>
          </a:ln>
          <a:effectLst>
            <a:outerShdw blurRad="62372" rotWithShape="0" algn="bl" dir="5400000" dist="20791">
              <a:srgbClr val="000000">
                <a:alpha val="50000"/>
              </a:srgbClr>
            </a:outerShdw>
          </a:effectLst>
        </p:spPr>
        <p:txBody>
          <a:bodyPr anchorCtr="0" anchor="ctr" bIns="99775" lIns="99775" spcFirstLastPara="1" rIns="99775" wrap="square" tIns="99775">
            <a:noAutofit/>
          </a:bodyPr>
          <a:lstStyle/>
          <a:p>
            <a:pPr indent="0" lvl="0" marL="0" rtl="0" algn="ctr">
              <a:spcBef>
                <a:spcPts val="0"/>
              </a:spcBef>
              <a:spcAft>
                <a:spcPts val="0"/>
              </a:spcAft>
              <a:buNone/>
            </a:pPr>
            <a:r>
              <a:t/>
            </a:r>
            <a:endParaRPr sz="1527">
              <a:latin typeface="Calibri"/>
              <a:ea typeface="Calibri"/>
              <a:cs typeface="Calibri"/>
              <a:sym typeface="Calibri"/>
            </a:endParaRPr>
          </a:p>
        </p:txBody>
      </p:sp>
      <p:pic>
        <p:nvPicPr>
          <p:cNvPr id="338" name="Google Shape;338;p21"/>
          <p:cNvPicPr preferRelativeResize="0"/>
          <p:nvPr/>
        </p:nvPicPr>
        <p:blipFill rotWithShape="1">
          <a:blip r:embed="rId4">
            <a:alphaModFix/>
          </a:blip>
          <a:srcRect b="5912" l="0" r="15882" t="12436"/>
          <a:stretch/>
        </p:blipFill>
        <p:spPr>
          <a:xfrm>
            <a:off x="10010145" y="5352992"/>
            <a:ext cx="6245850" cy="3743275"/>
          </a:xfrm>
          <a:prstGeom prst="rect">
            <a:avLst/>
          </a:prstGeom>
          <a:noFill/>
          <a:ln>
            <a:noFill/>
          </a:ln>
        </p:spPr>
      </p:pic>
      <p:grpSp>
        <p:nvGrpSpPr>
          <p:cNvPr id="339" name="Google Shape;339;p21"/>
          <p:cNvGrpSpPr/>
          <p:nvPr/>
        </p:nvGrpSpPr>
        <p:grpSpPr>
          <a:xfrm>
            <a:off x="1175675" y="5015125"/>
            <a:ext cx="6937702" cy="4223391"/>
            <a:chOff x="1694027" y="2817064"/>
            <a:chExt cx="6356700" cy="3869700"/>
          </a:xfrm>
        </p:grpSpPr>
        <p:sp>
          <p:nvSpPr>
            <p:cNvPr id="340" name="Google Shape;340;p21"/>
            <p:cNvSpPr/>
            <p:nvPr/>
          </p:nvSpPr>
          <p:spPr>
            <a:xfrm>
              <a:off x="1694027" y="2817064"/>
              <a:ext cx="6356700" cy="3869700"/>
            </a:xfrm>
            <a:prstGeom prst="roundRect">
              <a:avLst>
                <a:gd fmla="val 16667" name="adj"/>
              </a:avLst>
            </a:prstGeom>
            <a:solidFill>
              <a:schemeClr val="lt1"/>
            </a:solidFill>
            <a:ln cap="flat" cmpd="sng" w="10400">
              <a:solidFill>
                <a:schemeClr val="dk2"/>
              </a:solidFill>
              <a:prstDash val="solid"/>
              <a:round/>
              <a:headEnd len="sm" w="sm" type="none"/>
              <a:tailEnd len="sm" w="sm" type="none"/>
            </a:ln>
            <a:effectLst>
              <a:outerShdw blurRad="62372" rotWithShape="0" algn="bl" dir="5400000" dist="20791">
                <a:srgbClr val="000000">
                  <a:alpha val="50000"/>
                </a:srgbClr>
              </a:outerShdw>
            </a:effectLst>
          </p:spPr>
          <p:txBody>
            <a:bodyPr anchorCtr="0" anchor="ctr" bIns="99775" lIns="99775" spcFirstLastPara="1" rIns="99775" wrap="square" tIns="99775">
              <a:noAutofit/>
            </a:bodyPr>
            <a:lstStyle/>
            <a:p>
              <a:pPr indent="0" lvl="0" marL="0" rtl="0" algn="ctr">
                <a:spcBef>
                  <a:spcPts val="0"/>
                </a:spcBef>
                <a:spcAft>
                  <a:spcPts val="0"/>
                </a:spcAft>
                <a:buNone/>
              </a:pPr>
              <a:r>
                <a:t/>
              </a:r>
              <a:endParaRPr sz="1527">
                <a:latin typeface="Calibri"/>
                <a:ea typeface="Calibri"/>
                <a:cs typeface="Calibri"/>
                <a:sym typeface="Calibri"/>
              </a:endParaRPr>
            </a:p>
          </p:txBody>
        </p:sp>
        <p:pic>
          <p:nvPicPr>
            <p:cNvPr id="341" name="Google Shape;341;p21"/>
            <p:cNvPicPr preferRelativeResize="0"/>
            <p:nvPr/>
          </p:nvPicPr>
          <p:blipFill rotWithShape="1">
            <a:blip r:embed="rId5">
              <a:alphaModFix/>
            </a:blip>
            <a:srcRect b="0" l="0" r="0" t="18732"/>
            <a:stretch/>
          </p:blipFill>
          <p:spPr>
            <a:xfrm>
              <a:off x="1849928" y="3183655"/>
              <a:ext cx="6000756" cy="3320025"/>
            </a:xfrm>
            <a:prstGeom prst="rect">
              <a:avLst/>
            </a:prstGeom>
            <a:noFill/>
            <a:ln>
              <a:noFill/>
            </a:ln>
          </p:spPr>
        </p:pic>
      </p:grpSp>
      <p:cxnSp>
        <p:nvCxnSpPr>
          <p:cNvPr id="342" name="Google Shape;342;p21"/>
          <p:cNvCxnSpPr/>
          <p:nvPr/>
        </p:nvCxnSpPr>
        <p:spPr>
          <a:xfrm>
            <a:off x="1169450" y="1600950"/>
            <a:ext cx="16324200" cy="0"/>
          </a:xfrm>
          <a:prstGeom prst="straightConnector1">
            <a:avLst/>
          </a:prstGeom>
          <a:noFill/>
          <a:ln cap="flat" cmpd="sng" w="19050">
            <a:solidFill>
              <a:srgbClr val="5B0F00"/>
            </a:solidFill>
            <a:prstDash val="solid"/>
            <a:round/>
            <a:headEnd len="med" w="med" type="none"/>
            <a:tailEnd len="med" w="med" type="none"/>
          </a:ln>
        </p:spPr>
      </p:cxnSp>
      <p:pic>
        <p:nvPicPr>
          <p:cNvPr id="343" name="Google Shape;343;p21"/>
          <p:cNvPicPr preferRelativeResize="0"/>
          <p:nvPr/>
        </p:nvPicPr>
        <p:blipFill>
          <a:blip r:embed="rId6">
            <a:alphaModFix/>
          </a:blip>
          <a:stretch>
            <a:fillRect/>
          </a:stretch>
        </p:blipFill>
        <p:spPr>
          <a:xfrm>
            <a:off x="5347667" y="4659536"/>
            <a:ext cx="2200275" cy="400050"/>
          </a:xfrm>
          <a:prstGeom prst="rect">
            <a:avLst/>
          </a:prstGeom>
          <a:noFill/>
          <a:ln>
            <a:noFill/>
          </a:ln>
        </p:spPr>
      </p:pic>
      <p:sp>
        <p:nvSpPr>
          <p:cNvPr id="344" name="Google Shape;344;p21"/>
          <p:cNvSpPr txBox="1"/>
          <p:nvPr/>
        </p:nvSpPr>
        <p:spPr>
          <a:xfrm>
            <a:off x="1613474" y="4632702"/>
            <a:ext cx="3743100" cy="55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600">
                <a:solidFill>
                  <a:srgbClr val="660000"/>
                </a:solidFill>
                <a:latin typeface="Cambria"/>
                <a:ea typeface="Cambria"/>
                <a:cs typeface="Cambria"/>
                <a:sym typeface="Cambria"/>
              </a:rPr>
              <a:t>Avg Revenue vs Profit by Product Line</a:t>
            </a:r>
            <a:endParaRPr b="1" sz="1600">
              <a:solidFill>
                <a:srgbClr val="660000"/>
              </a:solidFill>
              <a:latin typeface="Cambria"/>
              <a:ea typeface="Cambria"/>
              <a:cs typeface="Cambria"/>
              <a:sym typeface="Cambria"/>
            </a:endParaRPr>
          </a:p>
        </p:txBody>
      </p:sp>
      <p:pic>
        <p:nvPicPr>
          <p:cNvPr id="345" name="Google Shape;345;p21"/>
          <p:cNvPicPr preferRelativeResize="0"/>
          <p:nvPr/>
        </p:nvPicPr>
        <p:blipFill rotWithShape="1">
          <a:blip r:embed="rId7">
            <a:alphaModFix/>
          </a:blip>
          <a:srcRect b="68593" l="8467" r="0" t="8457"/>
          <a:stretch/>
        </p:blipFill>
        <p:spPr>
          <a:xfrm>
            <a:off x="13030175" y="4482165"/>
            <a:ext cx="1447225" cy="400050"/>
          </a:xfrm>
          <a:prstGeom prst="rect">
            <a:avLst/>
          </a:prstGeom>
          <a:noFill/>
          <a:ln>
            <a:noFill/>
          </a:ln>
        </p:spPr>
      </p:pic>
      <p:sp>
        <p:nvSpPr>
          <p:cNvPr id="346" name="Google Shape;346;p21"/>
          <p:cNvSpPr txBox="1"/>
          <p:nvPr/>
        </p:nvSpPr>
        <p:spPr>
          <a:xfrm>
            <a:off x="9927894" y="4321523"/>
            <a:ext cx="3743100" cy="55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600">
                <a:solidFill>
                  <a:srgbClr val="5B0F00"/>
                </a:solidFill>
                <a:latin typeface="Cambria"/>
                <a:ea typeface="Cambria"/>
                <a:cs typeface="Cambria"/>
                <a:sym typeface="Cambria"/>
              </a:rPr>
              <a:t>Finance Ranges by Product Line</a:t>
            </a:r>
            <a:endParaRPr b="1" sz="1600">
              <a:solidFill>
                <a:srgbClr val="5B0F00"/>
              </a:solidFill>
              <a:latin typeface="Cambria"/>
              <a:ea typeface="Cambria"/>
              <a:cs typeface="Cambria"/>
              <a:sym typeface="Cambria"/>
            </a:endParaRPr>
          </a:p>
          <a:p>
            <a:pPr indent="0" lvl="0" marL="0" rtl="0" algn="l">
              <a:spcBef>
                <a:spcPts val="0"/>
              </a:spcBef>
              <a:spcAft>
                <a:spcPts val="0"/>
              </a:spcAft>
              <a:buNone/>
            </a:pPr>
            <a:r>
              <a:rPr lang="en-US">
                <a:solidFill>
                  <a:srgbClr val="274E13"/>
                </a:solidFill>
                <a:latin typeface="Cambria"/>
                <a:ea typeface="Cambria"/>
                <a:cs typeface="Cambria"/>
                <a:sym typeface="Cambria"/>
              </a:rPr>
              <a:t>Diamonds indicate production cost</a:t>
            </a:r>
            <a:endParaRPr>
              <a:solidFill>
                <a:srgbClr val="274E13"/>
              </a:solidFill>
              <a:latin typeface="Cambria"/>
              <a:ea typeface="Cambria"/>
              <a:cs typeface="Cambria"/>
              <a:sym typeface="Cambria"/>
            </a:endParaRPr>
          </a:p>
        </p:txBody>
      </p:sp>
      <p:pic>
        <p:nvPicPr>
          <p:cNvPr id="347" name="Google Shape;347;p21"/>
          <p:cNvPicPr preferRelativeResize="0"/>
          <p:nvPr/>
        </p:nvPicPr>
        <p:blipFill rotWithShape="1">
          <a:blip r:embed="rId7">
            <a:alphaModFix/>
          </a:blip>
          <a:srcRect b="56861" l="8467" r="0" t="31051"/>
          <a:stretch/>
        </p:blipFill>
        <p:spPr>
          <a:xfrm>
            <a:off x="13591550" y="4686158"/>
            <a:ext cx="1447225" cy="210700"/>
          </a:xfrm>
          <a:prstGeom prst="rect">
            <a:avLst/>
          </a:prstGeom>
          <a:noFill/>
          <a:ln>
            <a:noFill/>
          </a:ln>
        </p:spPr>
      </p:pic>
      <p:pic>
        <p:nvPicPr>
          <p:cNvPr id="348" name="Google Shape;348;p21"/>
          <p:cNvPicPr preferRelativeResize="0"/>
          <p:nvPr/>
        </p:nvPicPr>
        <p:blipFill rotWithShape="1">
          <a:blip r:embed="rId7">
            <a:alphaModFix/>
          </a:blip>
          <a:srcRect b="14018" l="8467" r="0" t="66568"/>
          <a:stretch/>
        </p:blipFill>
        <p:spPr>
          <a:xfrm>
            <a:off x="14419691" y="4659382"/>
            <a:ext cx="1447225" cy="338425"/>
          </a:xfrm>
          <a:prstGeom prst="rect">
            <a:avLst/>
          </a:prstGeom>
          <a:noFill/>
          <a:ln>
            <a:noFill/>
          </a:ln>
        </p:spPr>
      </p:pic>
      <p:sp>
        <p:nvSpPr>
          <p:cNvPr id="349" name="Google Shape;349;p21"/>
          <p:cNvSpPr/>
          <p:nvPr/>
        </p:nvSpPr>
        <p:spPr>
          <a:xfrm>
            <a:off x="1741076" y="3804675"/>
            <a:ext cx="2922600" cy="834600"/>
          </a:xfrm>
          <a:prstGeom prst="roundRect">
            <a:avLst>
              <a:gd fmla="val 16667" name="adj"/>
            </a:avLst>
          </a:prstGeom>
          <a:solidFill>
            <a:schemeClr val="lt2"/>
          </a:solidFill>
          <a:ln cap="flat" cmpd="sng" w="9525">
            <a:solidFill>
              <a:srgbClr val="A47617"/>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7F6000"/>
                </a:solidFill>
                <a:latin typeface="Calibri"/>
                <a:ea typeface="Calibri"/>
                <a:cs typeface="Calibri"/>
                <a:sym typeface="Calibri"/>
              </a:rPr>
              <a:t>Top Product</a:t>
            </a:r>
            <a:endParaRPr b="1" sz="1500">
              <a:solidFill>
                <a:srgbClr val="7F6000"/>
              </a:solidFill>
              <a:latin typeface="Calibri"/>
              <a:ea typeface="Calibri"/>
              <a:cs typeface="Calibri"/>
              <a:sym typeface="Calibri"/>
            </a:endParaRPr>
          </a:p>
          <a:p>
            <a:pPr indent="0" lvl="0" marL="0" rtl="0" algn="l">
              <a:spcBef>
                <a:spcPts val="0"/>
              </a:spcBef>
              <a:spcAft>
                <a:spcPts val="0"/>
              </a:spcAft>
              <a:buNone/>
            </a:pPr>
            <a:r>
              <a:rPr b="1" lang="en-US" sz="1900">
                <a:solidFill>
                  <a:srgbClr val="264653"/>
                </a:solidFill>
                <a:latin typeface="Calibri"/>
                <a:ea typeface="Calibri"/>
                <a:cs typeface="Calibri"/>
                <a:sym typeface="Calibri"/>
              </a:rPr>
              <a:t>Classic Cars</a:t>
            </a:r>
            <a:endParaRPr b="1" sz="1900">
              <a:solidFill>
                <a:srgbClr val="264653"/>
              </a:solidFill>
              <a:latin typeface="Calibri"/>
              <a:ea typeface="Calibri"/>
              <a:cs typeface="Calibri"/>
              <a:sym typeface="Calibri"/>
            </a:endParaRPr>
          </a:p>
          <a:p>
            <a:pPr indent="0" lvl="0" marL="0" rtl="0" algn="l">
              <a:spcBef>
                <a:spcPts val="0"/>
              </a:spcBef>
              <a:spcAft>
                <a:spcPts val="0"/>
              </a:spcAft>
              <a:buNone/>
            </a:pPr>
            <a:r>
              <a:t/>
            </a:r>
            <a:endParaRPr>
              <a:latin typeface="Calibri"/>
              <a:ea typeface="Calibri"/>
              <a:cs typeface="Calibri"/>
              <a:sym typeface="Calibri"/>
            </a:endParaRPr>
          </a:p>
        </p:txBody>
      </p:sp>
      <p:sp>
        <p:nvSpPr>
          <p:cNvPr id="350" name="Google Shape;350;p21"/>
          <p:cNvSpPr/>
          <p:nvPr/>
        </p:nvSpPr>
        <p:spPr>
          <a:xfrm>
            <a:off x="4805325" y="3784575"/>
            <a:ext cx="1094100" cy="874800"/>
          </a:xfrm>
          <a:prstGeom prst="roundRect">
            <a:avLst>
              <a:gd fmla="val 16667" name="adj"/>
            </a:avLst>
          </a:prstGeom>
          <a:solidFill>
            <a:srgbClr val="EEECE1"/>
          </a:solidFill>
          <a:ln cap="flat" cmpd="sng" w="9525">
            <a:solidFill>
              <a:srgbClr val="A47617"/>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7F6000"/>
                </a:solidFill>
                <a:latin typeface="Calibri"/>
                <a:ea typeface="Calibri"/>
                <a:cs typeface="Calibri"/>
                <a:sym typeface="Calibri"/>
              </a:rPr>
              <a:t>Cost Ratio</a:t>
            </a:r>
            <a:endParaRPr>
              <a:latin typeface="Calibri"/>
              <a:ea typeface="Calibri"/>
              <a:cs typeface="Calibri"/>
              <a:sym typeface="Calibri"/>
            </a:endParaRPr>
          </a:p>
          <a:p>
            <a:pPr indent="0" lvl="0" marL="0" rtl="0" algn="l">
              <a:spcBef>
                <a:spcPts val="0"/>
              </a:spcBef>
              <a:spcAft>
                <a:spcPts val="0"/>
              </a:spcAft>
              <a:buNone/>
            </a:pPr>
            <a:r>
              <a:rPr b="1" lang="en-US" sz="1900">
                <a:solidFill>
                  <a:srgbClr val="264653"/>
                </a:solidFill>
                <a:latin typeface="Calibri"/>
                <a:ea typeface="Calibri"/>
                <a:cs typeface="Calibri"/>
                <a:sym typeface="Calibri"/>
              </a:rPr>
              <a:t>12.4%</a:t>
            </a:r>
            <a:endParaRPr b="1">
              <a:latin typeface="Calibri"/>
              <a:ea typeface="Calibri"/>
              <a:cs typeface="Calibri"/>
              <a:sym typeface="Calibri"/>
            </a:endParaRPr>
          </a:p>
          <a:p>
            <a:pPr indent="0" lvl="0" marL="0" rtl="0" algn="l">
              <a:spcBef>
                <a:spcPts val="0"/>
              </a:spcBef>
              <a:spcAft>
                <a:spcPts val="0"/>
              </a:spcAft>
              <a:buNone/>
            </a:pPr>
            <a:r>
              <a:t/>
            </a:r>
            <a:endParaRPr>
              <a:latin typeface="Calibri"/>
              <a:ea typeface="Calibri"/>
              <a:cs typeface="Calibri"/>
              <a:sym typeface="Calibri"/>
            </a:endParaRPr>
          </a:p>
        </p:txBody>
      </p:sp>
      <p:sp>
        <p:nvSpPr>
          <p:cNvPr id="351" name="Google Shape;351;p21"/>
          <p:cNvSpPr/>
          <p:nvPr/>
        </p:nvSpPr>
        <p:spPr>
          <a:xfrm>
            <a:off x="6041075" y="3784575"/>
            <a:ext cx="1506900" cy="874800"/>
          </a:xfrm>
          <a:prstGeom prst="roundRect">
            <a:avLst>
              <a:gd fmla="val 16667" name="adj"/>
            </a:avLst>
          </a:prstGeom>
          <a:solidFill>
            <a:srgbClr val="EEECE1"/>
          </a:solidFill>
          <a:ln cap="flat" cmpd="sng" w="9525">
            <a:solidFill>
              <a:srgbClr val="A47617"/>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7F6000"/>
                </a:solidFill>
                <a:latin typeface="Calibri"/>
                <a:ea typeface="Calibri"/>
                <a:cs typeface="Calibri"/>
                <a:sym typeface="Calibri"/>
              </a:rPr>
              <a:t>Profit Margin</a:t>
            </a:r>
            <a:endParaRPr>
              <a:latin typeface="Calibri"/>
              <a:ea typeface="Calibri"/>
              <a:cs typeface="Calibri"/>
              <a:sym typeface="Calibri"/>
            </a:endParaRPr>
          </a:p>
          <a:p>
            <a:pPr indent="0" lvl="0" marL="0" rtl="0" algn="l">
              <a:spcBef>
                <a:spcPts val="0"/>
              </a:spcBef>
              <a:spcAft>
                <a:spcPts val="0"/>
              </a:spcAft>
              <a:buNone/>
            </a:pPr>
            <a:r>
              <a:rPr b="1" lang="en-US" sz="1900">
                <a:solidFill>
                  <a:srgbClr val="264653"/>
                </a:solidFill>
                <a:latin typeface="Calibri"/>
                <a:ea typeface="Calibri"/>
                <a:cs typeface="Calibri"/>
                <a:sym typeface="Calibri"/>
              </a:rPr>
              <a:t>87.6</a:t>
            </a:r>
            <a:r>
              <a:rPr b="1" lang="en-US" sz="1900">
                <a:solidFill>
                  <a:srgbClr val="264653"/>
                </a:solidFill>
                <a:latin typeface="Calibri"/>
                <a:ea typeface="Calibri"/>
                <a:cs typeface="Calibri"/>
                <a:sym typeface="Calibri"/>
              </a:rPr>
              <a:t>%</a:t>
            </a:r>
            <a:endParaRPr b="1">
              <a:latin typeface="Calibri"/>
              <a:ea typeface="Calibri"/>
              <a:cs typeface="Calibri"/>
              <a:sym typeface="Calibri"/>
            </a:endParaRPr>
          </a:p>
          <a:p>
            <a:pPr indent="0" lvl="0" marL="0" rtl="0" algn="l">
              <a:spcBef>
                <a:spcPts val="0"/>
              </a:spcBef>
              <a:spcAft>
                <a:spcPts val="0"/>
              </a:spcAft>
              <a:buNone/>
            </a:pPr>
            <a:r>
              <a:t/>
            </a:r>
            <a:endParaRPr>
              <a:latin typeface="Calibri"/>
              <a:ea typeface="Calibri"/>
              <a:cs typeface="Calibri"/>
              <a:sym typeface="Calibri"/>
            </a:endParaRPr>
          </a:p>
        </p:txBody>
      </p:sp>
      <p:sp>
        <p:nvSpPr>
          <p:cNvPr id="352" name="Google Shape;352;p21"/>
          <p:cNvSpPr/>
          <p:nvPr/>
        </p:nvSpPr>
        <p:spPr>
          <a:xfrm>
            <a:off x="10360913" y="3755702"/>
            <a:ext cx="2922600" cy="647100"/>
          </a:xfrm>
          <a:prstGeom prst="roundRect">
            <a:avLst>
              <a:gd fmla="val 16667" name="adj"/>
            </a:avLst>
          </a:prstGeom>
          <a:solidFill>
            <a:schemeClr val="lt2"/>
          </a:solidFill>
          <a:ln cap="flat" cmpd="sng" w="9525">
            <a:solidFill>
              <a:srgbClr val="A47617"/>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7F6000"/>
                </a:solidFill>
                <a:latin typeface="Calibri"/>
                <a:ea typeface="Calibri"/>
                <a:cs typeface="Calibri"/>
                <a:sym typeface="Calibri"/>
              </a:rPr>
              <a:t>Top Product</a:t>
            </a:r>
            <a:endParaRPr b="1" sz="1500">
              <a:solidFill>
                <a:srgbClr val="7F6000"/>
              </a:solidFill>
              <a:latin typeface="Calibri"/>
              <a:ea typeface="Calibri"/>
              <a:cs typeface="Calibri"/>
              <a:sym typeface="Calibri"/>
            </a:endParaRPr>
          </a:p>
          <a:p>
            <a:pPr indent="0" lvl="0" marL="0" rtl="0" algn="l">
              <a:spcBef>
                <a:spcPts val="0"/>
              </a:spcBef>
              <a:spcAft>
                <a:spcPts val="0"/>
              </a:spcAft>
              <a:buNone/>
            </a:pPr>
            <a:r>
              <a:rPr b="1" lang="en-US" sz="1900">
                <a:solidFill>
                  <a:srgbClr val="264653"/>
                </a:solidFill>
                <a:latin typeface="Calibri"/>
                <a:ea typeface="Calibri"/>
                <a:cs typeface="Calibri"/>
                <a:sym typeface="Calibri"/>
              </a:rPr>
              <a:t>Ships</a:t>
            </a:r>
            <a:endParaRPr b="1" sz="1900">
              <a:solidFill>
                <a:srgbClr val="264653"/>
              </a:solidFill>
              <a:latin typeface="Calibri"/>
              <a:ea typeface="Calibri"/>
              <a:cs typeface="Calibri"/>
              <a:sym typeface="Calibri"/>
            </a:endParaRPr>
          </a:p>
          <a:p>
            <a:pPr indent="0" lvl="0" marL="0" rtl="0" algn="l">
              <a:spcBef>
                <a:spcPts val="0"/>
              </a:spcBef>
              <a:spcAft>
                <a:spcPts val="0"/>
              </a:spcAft>
              <a:buNone/>
            </a:pPr>
            <a:r>
              <a:t/>
            </a:r>
            <a:endParaRPr>
              <a:latin typeface="Calibri"/>
              <a:ea typeface="Calibri"/>
              <a:cs typeface="Calibri"/>
              <a:sym typeface="Calibri"/>
            </a:endParaRPr>
          </a:p>
        </p:txBody>
      </p:sp>
      <p:sp>
        <p:nvSpPr>
          <p:cNvPr id="353" name="Google Shape;353;p21"/>
          <p:cNvSpPr/>
          <p:nvPr/>
        </p:nvSpPr>
        <p:spPr>
          <a:xfrm>
            <a:off x="13425162" y="3740120"/>
            <a:ext cx="1094100" cy="678300"/>
          </a:xfrm>
          <a:prstGeom prst="roundRect">
            <a:avLst>
              <a:gd fmla="val 16667" name="adj"/>
            </a:avLst>
          </a:prstGeom>
          <a:solidFill>
            <a:srgbClr val="EEECE1"/>
          </a:solidFill>
          <a:ln cap="flat" cmpd="sng" w="9525">
            <a:solidFill>
              <a:srgbClr val="A47617"/>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7F6000"/>
                </a:solidFill>
                <a:latin typeface="Calibri"/>
                <a:ea typeface="Calibri"/>
                <a:cs typeface="Calibri"/>
                <a:sym typeface="Calibri"/>
              </a:rPr>
              <a:t>Avg Profit</a:t>
            </a:r>
            <a:endParaRPr>
              <a:latin typeface="Calibri"/>
              <a:ea typeface="Calibri"/>
              <a:cs typeface="Calibri"/>
              <a:sym typeface="Calibri"/>
            </a:endParaRPr>
          </a:p>
          <a:p>
            <a:pPr indent="0" lvl="0" marL="0" rtl="0" algn="l">
              <a:spcBef>
                <a:spcPts val="0"/>
              </a:spcBef>
              <a:spcAft>
                <a:spcPts val="0"/>
              </a:spcAft>
              <a:buNone/>
            </a:pPr>
            <a:r>
              <a:rPr b="1" lang="en-US" sz="1900">
                <a:solidFill>
                  <a:srgbClr val="264653"/>
                </a:solidFill>
                <a:latin typeface="Calibri"/>
                <a:ea typeface="Calibri"/>
                <a:cs typeface="Calibri"/>
                <a:sym typeface="Calibri"/>
              </a:rPr>
              <a:t>$ </a:t>
            </a:r>
            <a:r>
              <a:rPr b="1" lang="en-US" sz="1900">
                <a:solidFill>
                  <a:srgbClr val="264653"/>
                </a:solidFill>
                <a:latin typeface="Calibri"/>
                <a:ea typeface="Calibri"/>
                <a:cs typeface="Calibri"/>
                <a:sym typeface="Calibri"/>
              </a:rPr>
              <a:t>13.39</a:t>
            </a:r>
            <a:endParaRPr b="1">
              <a:latin typeface="Calibri"/>
              <a:ea typeface="Calibri"/>
              <a:cs typeface="Calibri"/>
              <a:sym typeface="Calibri"/>
            </a:endParaRPr>
          </a:p>
          <a:p>
            <a:pPr indent="0" lvl="0" marL="0" rtl="0" algn="l">
              <a:spcBef>
                <a:spcPts val="0"/>
              </a:spcBef>
              <a:spcAft>
                <a:spcPts val="0"/>
              </a:spcAft>
              <a:buNone/>
            </a:pPr>
            <a:r>
              <a:t/>
            </a:r>
            <a:endParaRPr>
              <a:latin typeface="Calibri"/>
              <a:ea typeface="Calibri"/>
              <a:cs typeface="Calibri"/>
              <a:sym typeface="Calibri"/>
            </a:endParaRPr>
          </a:p>
        </p:txBody>
      </p:sp>
      <p:sp>
        <p:nvSpPr>
          <p:cNvPr id="354" name="Google Shape;354;p21"/>
          <p:cNvSpPr/>
          <p:nvPr/>
        </p:nvSpPr>
        <p:spPr>
          <a:xfrm>
            <a:off x="14660912" y="3740120"/>
            <a:ext cx="1506900" cy="678300"/>
          </a:xfrm>
          <a:prstGeom prst="roundRect">
            <a:avLst>
              <a:gd fmla="val 16667" name="adj"/>
            </a:avLst>
          </a:prstGeom>
          <a:solidFill>
            <a:srgbClr val="EEECE1"/>
          </a:solidFill>
          <a:ln cap="flat" cmpd="sng" w="9525">
            <a:solidFill>
              <a:srgbClr val="A47617"/>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rgbClr val="7F6000"/>
                </a:solidFill>
                <a:latin typeface="Calibri"/>
                <a:ea typeface="Calibri"/>
                <a:cs typeface="Calibri"/>
                <a:sym typeface="Calibri"/>
              </a:rPr>
              <a:t>Avg Sale Price</a:t>
            </a:r>
            <a:endParaRPr>
              <a:latin typeface="Calibri"/>
              <a:ea typeface="Calibri"/>
              <a:cs typeface="Calibri"/>
              <a:sym typeface="Calibri"/>
            </a:endParaRPr>
          </a:p>
          <a:p>
            <a:pPr indent="0" lvl="0" marL="0" rtl="0" algn="l">
              <a:spcBef>
                <a:spcPts val="0"/>
              </a:spcBef>
              <a:spcAft>
                <a:spcPts val="0"/>
              </a:spcAft>
              <a:buNone/>
            </a:pPr>
            <a:r>
              <a:rPr b="1" lang="en-US" sz="1900">
                <a:solidFill>
                  <a:srgbClr val="264653"/>
                </a:solidFill>
                <a:latin typeface="Calibri"/>
                <a:ea typeface="Calibri"/>
                <a:cs typeface="Calibri"/>
                <a:sym typeface="Calibri"/>
              </a:rPr>
              <a:t>$82.56</a:t>
            </a:r>
            <a:endParaRPr b="1">
              <a:latin typeface="Calibri"/>
              <a:ea typeface="Calibri"/>
              <a:cs typeface="Calibri"/>
              <a:sym typeface="Calibri"/>
            </a:endParaRPr>
          </a:p>
          <a:p>
            <a:pPr indent="0" lvl="0" marL="0" rtl="0" algn="l">
              <a:spcBef>
                <a:spcPts val="0"/>
              </a:spcBef>
              <a:spcAft>
                <a:spcPts val="0"/>
              </a:spcAft>
              <a:buNone/>
            </a:pPr>
            <a:r>
              <a:t/>
            </a:r>
            <a:endParaRPr>
              <a:latin typeface="Calibri"/>
              <a:ea typeface="Calibri"/>
              <a:cs typeface="Calibri"/>
              <a:sym typeface="Calibri"/>
            </a:endParaRPr>
          </a:p>
        </p:txBody>
      </p:sp>
      <p:sp>
        <p:nvSpPr>
          <p:cNvPr id="355" name="Google Shape;355;p21"/>
          <p:cNvSpPr txBox="1"/>
          <p:nvPr/>
        </p:nvSpPr>
        <p:spPr>
          <a:xfrm>
            <a:off x="1222800" y="1947700"/>
            <a:ext cx="6774900" cy="148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600" u="sng">
                <a:solidFill>
                  <a:schemeClr val="dk1"/>
                </a:solidFill>
                <a:latin typeface="Comfortaa"/>
                <a:ea typeface="Comfortaa"/>
                <a:cs typeface="Comfortaa"/>
                <a:sym typeface="Comfortaa"/>
              </a:rPr>
              <a:t>Profits</a:t>
            </a:r>
            <a:endParaRPr b="1" sz="1600" u="sng">
              <a:solidFill>
                <a:schemeClr val="dk1"/>
              </a:solidFill>
              <a:latin typeface="Comfortaa"/>
              <a:ea typeface="Comfortaa"/>
              <a:cs typeface="Comfortaa"/>
              <a:sym typeface="Comfortaa"/>
            </a:endParaRPr>
          </a:p>
          <a:p>
            <a:pPr indent="0" lvl="0" marL="0" rtl="0" algn="l">
              <a:spcBef>
                <a:spcPts val="0"/>
              </a:spcBef>
              <a:spcAft>
                <a:spcPts val="0"/>
              </a:spcAft>
              <a:buNone/>
            </a:pPr>
            <a:r>
              <a:rPr lang="en-US" sz="1600">
                <a:solidFill>
                  <a:schemeClr val="dk1"/>
                </a:solidFill>
                <a:latin typeface="Comfortaa"/>
                <a:ea typeface="Comfortaa"/>
                <a:cs typeface="Comfortaa"/>
                <a:sym typeface="Comfortaa"/>
              </a:rPr>
              <a:t>Note: Trains have the lowest revenue, and little data observe</a:t>
            </a:r>
            <a:endParaRPr sz="1600">
              <a:solidFill>
                <a:schemeClr val="dk1"/>
              </a:solidFill>
              <a:latin typeface="Comfortaa"/>
              <a:ea typeface="Comfortaa"/>
              <a:cs typeface="Comfortaa"/>
              <a:sym typeface="Comfortaa"/>
            </a:endParaRPr>
          </a:p>
          <a:p>
            <a:pPr indent="0" lvl="0" marL="0" rtl="0" algn="l">
              <a:spcBef>
                <a:spcPts val="0"/>
              </a:spcBef>
              <a:spcAft>
                <a:spcPts val="0"/>
              </a:spcAft>
              <a:buNone/>
            </a:pPr>
            <a:r>
              <a:t/>
            </a:r>
            <a:endParaRPr sz="1600">
              <a:solidFill>
                <a:schemeClr val="dk1"/>
              </a:solidFill>
              <a:latin typeface="Comfortaa"/>
              <a:ea typeface="Comfortaa"/>
              <a:cs typeface="Comfortaa"/>
              <a:sym typeface="Comfortaa"/>
            </a:endParaRPr>
          </a:p>
          <a:p>
            <a:pPr indent="0" lvl="0" marL="0" rtl="0" algn="l">
              <a:spcBef>
                <a:spcPts val="0"/>
              </a:spcBef>
              <a:spcAft>
                <a:spcPts val="0"/>
              </a:spcAft>
              <a:buNone/>
            </a:pPr>
            <a:r>
              <a:rPr b="1" lang="en-US" sz="1600" u="sng">
                <a:solidFill>
                  <a:schemeClr val="dk1"/>
                </a:solidFill>
                <a:latin typeface="Comfortaa"/>
                <a:ea typeface="Comfortaa"/>
                <a:cs typeface="Comfortaa"/>
                <a:sym typeface="Comfortaa"/>
              </a:rPr>
              <a:t>Finances</a:t>
            </a:r>
            <a:endParaRPr b="1" sz="1600" u="sng">
              <a:solidFill>
                <a:schemeClr val="dk1"/>
              </a:solidFill>
              <a:latin typeface="Comfortaa"/>
              <a:ea typeface="Comfortaa"/>
              <a:cs typeface="Comfortaa"/>
              <a:sym typeface="Comfortaa"/>
            </a:endParaRPr>
          </a:p>
          <a:p>
            <a:pPr indent="0" lvl="0" marL="0" rtl="0" algn="l">
              <a:spcBef>
                <a:spcPts val="0"/>
              </a:spcBef>
              <a:spcAft>
                <a:spcPts val="0"/>
              </a:spcAft>
              <a:buNone/>
            </a:pPr>
            <a:r>
              <a:rPr lang="en-US" sz="1600">
                <a:solidFill>
                  <a:schemeClr val="dk1"/>
                </a:solidFill>
                <a:latin typeface="Comfortaa"/>
                <a:ea typeface="Comfortaa"/>
                <a:cs typeface="Comfortaa"/>
                <a:sym typeface="Comfortaa"/>
              </a:rPr>
              <a:t>Note: Plots indicate instances selling below CPU</a:t>
            </a:r>
            <a:endParaRPr sz="1600">
              <a:solidFill>
                <a:schemeClr val="dk1"/>
              </a:solidFill>
              <a:latin typeface="Comfortaa"/>
              <a:ea typeface="Comfortaa"/>
              <a:cs typeface="Comfortaa"/>
              <a:sym typeface="Comfortaa"/>
            </a:endParaRPr>
          </a:p>
        </p:txBody>
      </p:sp>
      <p:sp>
        <p:nvSpPr>
          <p:cNvPr id="356" name="Google Shape;356;p21"/>
          <p:cNvSpPr/>
          <p:nvPr/>
        </p:nvSpPr>
        <p:spPr>
          <a:xfrm>
            <a:off x="9856750" y="1718925"/>
            <a:ext cx="7074000" cy="1662300"/>
          </a:xfrm>
          <a:prstGeom prst="roundRect">
            <a:avLst>
              <a:gd fmla="val 16667" name="adj"/>
            </a:avLst>
          </a:prstGeom>
          <a:solidFill>
            <a:srgbClr val="B3A35D">
              <a:alpha val="18990"/>
            </a:srgbClr>
          </a:solid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357" name="Google Shape;357;p21"/>
          <p:cNvSpPr txBox="1"/>
          <p:nvPr/>
        </p:nvSpPr>
        <p:spPr>
          <a:xfrm>
            <a:off x="10366334" y="1400000"/>
            <a:ext cx="6774900" cy="125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br>
              <a:rPr lang="en-US" sz="2400">
                <a:solidFill>
                  <a:srgbClr val="5B0F00"/>
                </a:solidFill>
                <a:latin typeface="Century Gothic"/>
                <a:ea typeface="Century Gothic"/>
                <a:cs typeface="Century Gothic"/>
                <a:sym typeface="Century Gothic"/>
              </a:rPr>
            </a:br>
            <a:r>
              <a:rPr lang="en-US" sz="2400">
                <a:solidFill>
                  <a:srgbClr val="5B0F00"/>
                </a:solidFill>
                <a:latin typeface="Century Gothic"/>
                <a:ea typeface="Century Gothic"/>
                <a:cs typeface="Century Gothic"/>
                <a:sym typeface="Century Gothic"/>
              </a:rPr>
              <a:t>    </a:t>
            </a:r>
            <a:r>
              <a:rPr b="1" lang="en-US" sz="2400">
                <a:solidFill>
                  <a:srgbClr val="5B0F00"/>
                </a:solidFill>
                <a:latin typeface="Century Gothic"/>
                <a:ea typeface="Century Gothic"/>
                <a:cs typeface="Century Gothic"/>
                <a:sym typeface="Century Gothic"/>
              </a:rPr>
              <a:t>Deliverable</a:t>
            </a:r>
            <a:r>
              <a:rPr lang="en-US" sz="2400">
                <a:solidFill>
                  <a:srgbClr val="5B0F00"/>
                </a:solidFill>
                <a:latin typeface="Century Gothic"/>
                <a:ea typeface="Century Gothic"/>
                <a:cs typeface="Century Gothic"/>
                <a:sym typeface="Century Gothic"/>
              </a:rPr>
              <a:t>:        </a:t>
            </a:r>
            <a:endParaRPr sz="2400">
              <a:solidFill>
                <a:srgbClr val="5B0F00"/>
              </a:solidFill>
              <a:latin typeface="Century Gothic"/>
              <a:ea typeface="Century Gothic"/>
              <a:cs typeface="Century Gothic"/>
              <a:sym typeface="Century Gothic"/>
            </a:endParaRPr>
          </a:p>
          <a:p>
            <a:pPr indent="0" lvl="0" marL="457200" rtl="0" algn="l">
              <a:spcBef>
                <a:spcPts val="0"/>
              </a:spcBef>
              <a:spcAft>
                <a:spcPts val="0"/>
              </a:spcAft>
              <a:buNone/>
            </a:pPr>
            <a:r>
              <a:rPr lang="en-US" sz="2400">
                <a:solidFill>
                  <a:srgbClr val="5B0F00"/>
                </a:solidFill>
                <a:latin typeface="Century Gothic"/>
                <a:ea typeface="Century Gothic"/>
                <a:cs typeface="Century Gothic"/>
                <a:sym typeface="Century Gothic"/>
              </a:rPr>
              <a:t>Drop production of trains and increase selling price to CPU + 10-15%</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l">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p:txBody>
      </p:sp>
      <p:pic>
        <p:nvPicPr>
          <p:cNvPr id="358" name="Google Shape;358;p21"/>
          <p:cNvPicPr preferRelativeResize="0"/>
          <p:nvPr/>
        </p:nvPicPr>
        <p:blipFill>
          <a:blip r:embed="rId8">
            <a:alphaModFix/>
          </a:blip>
          <a:stretch>
            <a:fillRect/>
          </a:stretch>
        </p:blipFill>
        <p:spPr>
          <a:xfrm>
            <a:off x="10010144" y="1774138"/>
            <a:ext cx="708275" cy="7082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362" name="Shape 362"/>
        <p:cNvGrpSpPr/>
        <p:nvPr/>
      </p:nvGrpSpPr>
      <p:grpSpPr>
        <a:xfrm>
          <a:off x="0" y="0"/>
          <a:ext cx="0" cy="0"/>
          <a:chOff x="0" y="0"/>
          <a:chExt cx="0" cy="0"/>
        </a:xfrm>
      </p:grpSpPr>
      <p:pic>
        <p:nvPicPr>
          <p:cNvPr id="363" name="Google Shape;363;p22"/>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364" name="Google Shape;364;p22"/>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365" name="Google Shape;365;p22"/>
          <p:cNvSpPr txBox="1"/>
          <p:nvPr/>
        </p:nvSpPr>
        <p:spPr>
          <a:xfrm>
            <a:off x="1206500" y="965200"/>
            <a:ext cx="70740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Forecasting Profits</a:t>
            </a:r>
            <a:endParaRPr/>
          </a:p>
        </p:txBody>
      </p:sp>
      <p:sp>
        <p:nvSpPr>
          <p:cNvPr id="366" name="Google Shape;366;p22"/>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8</a:t>
            </a:r>
            <a:endParaRPr/>
          </a:p>
        </p:txBody>
      </p:sp>
      <p:sp>
        <p:nvSpPr>
          <p:cNvPr id="367" name="Google Shape;367;p22"/>
          <p:cNvSpPr txBox="1"/>
          <p:nvPr/>
        </p:nvSpPr>
        <p:spPr>
          <a:xfrm rot="-5400000">
            <a:off x="15367050" y="31755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Business - Business Goals</a:t>
            </a:r>
            <a:endParaRPr/>
          </a:p>
        </p:txBody>
      </p:sp>
      <p:pic>
        <p:nvPicPr>
          <p:cNvPr id="368" name="Google Shape;368;p22"/>
          <p:cNvPicPr preferRelativeResize="0"/>
          <p:nvPr/>
        </p:nvPicPr>
        <p:blipFill>
          <a:blip r:embed="rId4">
            <a:alphaModFix/>
          </a:blip>
          <a:stretch>
            <a:fillRect/>
          </a:stretch>
        </p:blipFill>
        <p:spPr>
          <a:xfrm>
            <a:off x="9075475" y="2961575"/>
            <a:ext cx="8564823" cy="4758235"/>
          </a:xfrm>
          <a:prstGeom prst="rect">
            <a:avLst/>
          </a:prstGeom>
          <a:noFill/>
          <a:ln>
            <a:noFill/>
          </a:ln>
        </p:spPr>
      </p:pic>
      <p:pic>
        <p:nvPicPr>
          <p:cNvPr id="369" name="Google Shape;369;p22"/>
          <p:cNvPicPr preferRelativeResize="0"/>
          <p:nvPr/>
        </p:nvPicPr>
        <p:blipFill>
          <a:blip r:embed="rId5">
            <a:alphaModFix/>
          </a:blip>
          <a:stretch>
            <a:fillRect/>
          </a:stretch>
        </p:blipFill>
        <p:spPr>
          <a:xfrm>
            <a:off x="152400" y="2806700"/>
            <a:ext cx="8770676" cy="487259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373" name="Shape 373"/>
        <p:cNvGrpSpPr/>
        <p:nvPr/>
      </p:nvGrpSpPr>
      <p:grpSpPr>
        <a:xfrm>
          <a:off x="0" y="0"/>
          <a:ext cx="0" cy="0"/>
          <a:chOff x="0" y="0"/>
          <a:chExt cx="0" cy="0"/>
        </a:xfrm>
      </p:grpSpPr>
      <p:pic>
        <p:nvPicPr>
          <p:cNvPr id="374" name="Google Shape;374;p23"/>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375" name="Google Shape;375;p23"/>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376" name="Google Shape;376;p23"/>
          <p:cNvSpPr txBox="1"/>
          <p:nvPr/>
        </p:nvSpPr>
        <p:spPr>
          <a:xfrm>
            <a:off x="1206500" y="965200"/>
            <a:ext cx="70740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Forecasting Profits</a:t>
            </a:r>
            <a:endParaRPr/>
          </a:p>
        </p:txBody>
      </p:sp>
      <p:sp>
        <p:nvSpPr>
          <p:cNvPr id="377" name="Google Shape;377;p23"/>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3600" u="none" cap="none" strike="noStrike">
                <a:solidFill>
                  <a:srgbClr val="BBB288"/>
                </a:solidFill>
                <a:latin typeface="Noto Sans Thin"/>
                <a:ea typeface="Noto Sans Thin"/>
                <a:cs typeface="Noto Sans Thin"/>
                <a:sym typeface="Noto Sans Thin"/>
              </a:rPr>
              <a:t>0</a:t>
            </a:r>
            <a:r>
              <a:rPr lang="en-US" sz="3600">
                <a:solidFill>
                  <a:srgbClr val="BBB288"/>
                </a:solidFill>
                <a:latin typeface="Noto Sans Thin"/>
                <a:ea typeface="Noto Sans Thin"/>
                <a:cs typeface="Noto Sans Thin"/>
                <a:sym typeface="Noto Sans Thin"/>
              </a:rPr>
              <a:t>9</a:t>
            </a:r>
            <a:endParaRPr/>
          </a:p>
        </p:txBody>
      </p:sp>
      <p:sp>
        <p:nvSpPr>
          <p:cNvPr id="378" name="Google Shape;378;p23"/>
          <p:cNvSpPr txBox="1"/>
          <p:nvPr/>
        </p:nvSpPr>
        <p:spPr>
          <a:xfrm rot="-5400000">
            <a:off x="15367050" y="31755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Business - Business Goals</a:t>
            </a:r>
            <a:endParaRPr/>
          </a:p>
        </p:txBody>
      </p:sp>
      <p:pic>
        <p:nvPicPr>
          <p:cNvPr id="379" name="Google Shape;379;p23"/>
          <p:cNvPicPr preferRelativeResize="0"/>
          <p:nvPr/>
        </p:nvPicPr>
        <p:blipFill>
          <a:blip r:embed="rId4">
            <a:alphaModFix/>
          </a:blip>
          <a:stretch>
            <a:fillRect/>
          </a:stretch>
        </p:blipFill>
        <p:spPr>
          <a:xfrm>
            <a:off x="4002850" y="2947402"/>
            <a:ext cx="9684075" cy="53800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383" name="Shape 383"/>
        <p:cNvGrpSpPr/>
        <p:nvPr/>
      </p:nvGrpSpPr>
      <p:grpSpPr>
        <a:xfrm>
          <a:off x="0" y="0"/>
          <a:ext cx="0" cy="0"/>
          <a:chOff x="0" y="0"/>
          <a:chExt cx="0" cy="0"/>
        </a:xfrm>
      </p:grpSpPr>
      <p:sp>
        <p:nvSpPr>
          <p:cNvPr id="384" name="Google Shape;384;p24"/>
          <p:cNvSpPr/>
          <p:nvPr/>
        </p:nvSpPr>
        <p:spPr>
          <a:xfrm>
            <a:off x="6997844" y="3429000"/>
            <a:ext cx="4334400" cy="5960400"/>
          </a:xfrm>
          <a:prstGeom prst="roundRect">
            <a:avLst>
              <a:gd fmla="val 16667" name="adj"/>
            </a:avLst>
          </a:prstGeom>
          <a:solidFill>
            <a:srgbClr val="B3A35D">
              <a:alpha val="18990"/>
            </a:srgbClr>
          </a:solid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pic>
        <p:nvPicPr>
          <p:cNvPr id="385" name="Google Shape;385;p24"/>
          <p:cNvPicPr preferRelativeResize="0"/>
          <p:nvPr/>
        </p:nvPicPr>
        <p:blipFill rotWithShape="1">
          <a:blip r:embed="rId3">
            <a:alphaModFix/>
          </a:blip>
          <a:srcRect b="0" l="0" r="0" t="0"/>
          <a:stretch/>
        </p:blipFill>
        <p:spPr>
          <a:xfrm rot="10800000">
            <a:off x="0" y="0"/>
            <a:ext cx="4940300" cy="2654300"/>
          </a:xfrm>
          <a:prstGeom prst="rect">
            <a:avLst/>
          </a:prstGeom>
          <a:noFill/>
          <a:ln>
            <a:noFill/>
          </a:ln>
        </p:spPr>
      </p:pic>
      <p:pic>
        <p:nvPicPr>
          <p:cNvPr id="386" name="Google Shape;386;p24"/>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387" name="Google Shape;387;p24"/>
          <p:cNvSpPr txBox="1"/>
          <p:nvPr/>
        </p:nvSpPr>
        <p:spPr>
          <a:xfrm>
            <a:off x="1224300" y="938550"/>
            <a:ext cx="70740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Client</a:t>
            </a:r>
            <a:r>
              <a:rPr lang="en-US" sz="6000">
                <a:solidFill>
                  <a:srgbClr val="403C29"/>
                </a:solidFill>
              </a:rPr>
              <a:t> Engagement</a:t>
            </a:r>
            <a:endParaRPr/>
          </a:p>
        </p:txBody>
      </p:sp>
      <p:sp>
        <p:nvSpPr>
          <p:cNvPr id="388" name="Google Shape;388;p24"/>
          <p:cNvSpPr txBox="1"/>
          <p:nvPr/>
        </p:nvSpPr>
        <p:spPr>
          <a:xfrm>
            <a:off x="17552900" y="114800"/>
            <a:ext cx="6222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3600">
                <a:solidFill>
                  <a:srgbClr val="BBB288"/>
                </a:solidFill>
                <a:latin typeface="Noto Sans Thin"/>
                <a:ea typeface="Noto Sans Thin"/>
                <a:cs typeface="Noto Sans Thin"/>
                <a:sym typeface="Noto Sans Thin"/>
              </a:rPr>
              <a:t>10</a:t>
            </a:r>
            <a:endParaRPr/>
          </a:p>
        </p:txBody>
      </p:sp>
      <p:sp>
        <p:nvSpPr>
          <p:cNvPr id="389" name="Google Shape;389;p24"/>
          <p:cNvSpPr txBox="1"/>
          <p:nvPr/>
        </p:nvSpPr>
        <p:spPr>
          <a:xfrm rot="-5400000">
            <a:off x="15367050" y="31755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200" u="none" cap="none" strike="noStrike">
                <a:solidFill>
                  <a:srgbClr val="BBB288"/>
                </a:solidFill>
                <a:latin typeface="Noto Sans"/>
                <a:ea typeface="Noto Sans"/>
                <a:cs typeface="Noto Sans"/>
                <a:sym typeface="Noto Sans"/>
              </a:rPr>
              <a:t>Business - Business Goals</a:t>
            </a:r>
            <a:endParaRPr/>
          </a:p>
        </p:txBody>
      </p:sp>
      <p:pic>
        <p:nvPicPr>
          <p:cNvPr id="390" name="Google Shape;390;p24"/>
          <p:cNvPicPr preferRelativeResize="0"/>
          <p:nvPr/>
        </p:nvPicPr>
        <p:blipFill rotWithShape="1">
          <a:blip r:embed="rId4">
            <a:alphaModFix/>
          </a:blip>
          <a:srcRect b="0" l="4589" r="86110" t="2325"/>
          <a:stretch/>
        </p:blipFill>
        <p:spPr>
          <a:xfrm>
            <a:off x="324800" y="2819025"/>
            <a:ext cx="657951" cy="6909276"/>
          </a:xfrm>
          <a:prstGeom prst="rect">
            <a:avLst/>
          </a:prstGeom>
          <a:noFill/>
          <a:ln>
            <a:noFill/>
          </a:ln>
        </p:spPr>
      </p:pic>
      <p:cxnSp>
        <p:nvCxnSpPr>
          <p:cNvPr id="391" name="Google Shape;391;p24"/>
          <p:cNvCxnSpPr/>
          <p:nvPr/>
        </p:nvCxnSpPr>
        <p:spPr>
          <a:xfrm>
            <a:off x="378150" y="5415239"/>
            <a:ext cx="6152700" cy="0"/>
          </a:xfrm>
          <a:prstGeom prst="straightConnector1">
            <a:avLst/>
          </a:prstGeom>
          <a:noFill/>
          <a:ln cap="flat" cmpd="sng" w="9525">
            <a:solidFill>
              <a:schemeClr val="dk2"/>
            </a:solidFill>
            <a:prstDash val="solid"/>
            <a:round/>
            <a:headEnd len="med" w="med" type="none"/>
            <a:tailEnd len="med" w="med" type="none"/>
          </a:ln>
        </p:spPr>
      </p:cxnSp>
      <p:cxnSp>
        <p:nvCxnSpPr>
          <p:cNvPr id="392" name="Google Shape;392;p24"/>
          <p:cNvCxnSpPr/>
          <p:nvPr/>
        </p:nvCxnSpPr>
        <p:spPr>
          <a:xfrm>
            <a:off x="397184" y="7950454"/>
            <a:ext cx="6152700" cy="0"/>
          </a:xfrm>
          <a:prstGeom prst="straightConnector1">
            <a:avLst/>
          </a:prstGeom>
          <a:noFill/>
          <a:ln cap="flat" cmpd="sng" w="9525">
            <a:solidFill>
              <a:schemeClr val="dk2"/>
            </a:solidFill>
            <a:prstDash val="solid"/>
            <a:round/>
            <a:headEnd len="med" w="med" type="none"/>
            <a:tailEnd len="med" w="med" type="none"/>
          </a:ln>
        </p:spPr>
      </p:cxnSp>
      <p:pic>
        <p:nvPicPr>
          <p:cNvPr id="393" name="Google Shape;393;p24"/>
          <p:cNvPicPr preferRelativeResize="0"/>
          <p:nvPr/>
        </p:nvPicPr>
        <p:blipFill>
          <a:blip r:embed="rId5">
            <a:alphaModFix/>
          </a:blip>
          <a:stretch>
            <a:fillRect/>
          </a:stretch>
        </p:blipFill>
        <p:spPr>
          <a:xfrm>
            <a:off x="5828400" y="8679345"/>
            <a:ext cx="847725" cy="447675"/>
          </a:xfrm>
          <a:prstGeom prst="rect">
            <a:avLst/>
          </a:prstGeom>
          <a:noFill/>
          <a:ln>
            <a:noFill/>
          </a:ln>
        </p:spPr>
      </p:pic>
      <p:cxnSp>
        <p:nvCxnSpPr>
          <p:cNvPr id="394" name="Google Shape;394;p24"/>
          <p:cNvCxnSpPr/>
          <p:nvPr/>
        </p:nvCxnSpPr>
        <p:spPr>
          <a:xfrm>
            <a:off x="378159" y="5415253"/>
            <a:ext cx="6152700" cy="0"/>
          </a:xfrm>
          <a:prstGeom prst="straightConnector1">
            <a:avLst/>
          </a:prstGeom>
          <a:noFill/>
          <a:ln cap="flat" cmpd="sng" w="9525">
            <a:solidFill>
              <a:srgbClr val="5B0F00"/>
            </a:solidFill>
            <a:prstDash val="solid"/>
            <a:round/>
            <a:headEnd len="med" w="med" type="none"/>
            <a:tailEnd len="med" w="med" type="none"/>
          </a:ln>
        </p:spPr>
      </p:cxnSp>
      <p:cxnSp>
        <p:nvCxnSpPr>
          <p:cNvPr id="395" name="Google Shape;395;p24"/>
          <p:cNvCxnSpPr/>
          <p:nvPr/>
        </p:nvCxnSpPr>
        <p:spPr>
          <a:xfrm>
            <a:off x="378159" y="7950454"/>
            <a:ext cx="6152700" cy="0"/>
          </a:xfrm>
          <a:prstGeom prst="straightConnector1">
            <a:avLst/>
          </a:prstGeom>
          <a:noFill/>
          <a:ln cap="flat" cmpd="sng" w="9525">
            <a:solidFill>
              <a:srgbClr val="5B0F00"/>
            </a:solidFill>
            <a:prstDash val="solid"/>
            <a:round/>
            <a:headEnd len="med" w="med" type="none"/>
            <a:tailEnd len="med" w="med" type="none"/>
          </a:ln>
        </p:spPr>
      </p:cxnSp>
      <p:sp>
        <p:nvSpPr>
          <p:cNvPr id="396" name="Google Shape;396;p24"/>
          <p:cNvSpPr txBox="1"/>
          <p:nvPr/>
        </p:nvSpPr>
        <p:spPr>
          <a:xfrm flipH="1">
            <a:off x="2152941" y="2622122"/>
            <a:ext cx="2830800" cy="40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900">
                <a:solidFill>
                  <a:srgbClr val="783F04"/>
                </a:solidFill>
                <a:latin typeface="Comfortaa"/>
                <a:ea typeface="Comfortaa"/>
                <a:cs typeface="Comfortaa"/>
                <a:sym typeface="Comfortaa"/>
              </a:rPr>
              <a:t>Sales: New vs Returning Customers</a:t>
            </a:r>
            <a:endParaRPr sz="900">
              <a:solidFill>
                <a:srgbClr val="783F04"/>
              </a:solidFill>
              <a:latin typeface="Comfortaa"/>
              <a:ea typeface="Comfortaa"/>
              <a:cs typeface="Comfortaa"/>
              <a:sym typeface="Comfortaa"/>
            </a:endParaRPr>
          </a:p>
        </p:txBody>
      </p:sp>
      <p:sp>
        <p:nvSpPr>
          <p:cNvPr id="397" name="Google Shape;397;p24"/>
          <p:cNvSpPr txBox="1"/>
          <p:nvPr/>
        </p:nvSpPr>
        <p:spPr>
          <a:xfrm>
            <a:off x="10967450" y="4348300"/>
            <a:ext cx="1333800" cy="56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2400">
              <a:solidFill>
                <a:srgbClr val="5B0F00"/>
              </a:solidFill>
              <a:latin typeface="Century Gothic"/>
              <a:ea typeface="Century Gothic"/>
              <a:cs typeface="Century Gothic"/>
              <a:sym typeface="Century Gothic"/>
            </a:endParaRPr>
          </a:p>
        </p:txBody>
      </p:sp>
      <p:grpSp>
        <p:nvGrpSpPr>
          <p:cNvPr id="398" name="Google Shape;398;p24"/>
          <p:cNvGrpSpPr/>
          <p:nvPr/>
        </p:nvGrpSpPr>
        <p:grpSpPr>
          <a:xfrm>
            <a:off x="12113812" y="5717550"/>
            <a:ext cx="6765849" cy="3565800"/>
            <a:chOff x="13225799" y="5717550"/>
            <a:chExt cx="5654700" cy="3565800"/>
          </a:xfrm>
        </p:grpSpPr>
        <p:sp>
          <p:nvSpPr>
            <p:cNvPr id="399" name="Google Shape;399;p24"/>
            <p:cNvSpPr/>
            <p:nvPr/>
          </p:nvSpPr>
          <p:spPr>
            <a:xfrm>
              <a:off x="13225799" y="5717550"/>
              <a:ext cx="5654700" cy="3565800"/>
            </a:xfrm>
            <a:prstGeom prst="roundRect">
              <a:avLst>
                <a:gd fmla="val 16667" name="adj"/>
              </a:avLst>
            </a:prstGeom>
            <a:solidFill>
              <a:srgbClr val="93987C"/>
            </a:solidFill>
            <a:ln>
              <a:noFill/>
            </a:ln>
            <a:effectLst>
              <a:outerShdw blurRad="57150" rotWithShape="0" algn="bl" dir="5400000" dist="57150">
                <a:srgbClr val="000000">
                  <a:alpha val="50000"/>
                </a:srgbClr>
              </a:outerShdw>
            </a:effectLst>
          </p:spPr>
          <p:txBody>
            <a:bodyPr anchorCtr="0" anchor="b"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   </a:t>
              </a:r>
              <a:r>
                <a:rPr lang="en-US">
                  <a:latin typeface="Sora"/>
                  <a:ea typeface="Sora"/>
                  <a:cs typeface="Sora"/>
                  <a:sym typeface="Sora"/>
                </a:rPr>
                <a:t> </a:t>
              </a:r>
              <a:endParaRPr>
                <a:latin typeface="Sora"/>
                <a:ea typeface="Sora"/>
                <a:cs typeface="Sora"/>
                <a:sym typeface="Sora"/>
              </a:endParaRPr>
            </a:p>
          </p:txBody>
        </p:sp>
        <p:sp>
          <p:nvSpPr>
            <p:cNvPr id="400" name="Google Shape;400;p24"/>
            <p:cNvSpPr txBox="1"/>
            <p:nvPr/>
          </p:nvSpPr>
          <p:spPr>
            <a:xfrm>
              <a:off x="13421399" y="6357700"/>
              <a:ext cx="1262400" cy="56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000">
                  <a:solidFill>
                    <a:srgbClr val="0C343D"/>
                  </a:solidFill>
                  <a:latin typeface="Cambria"/>
                  <a:ea typeface="Cambria"/>
                  <a:cs typeface="Cambria"/>
                  <a:sym typeface="Cambria"/>
                </a:rPr>
                <a:t>CLICKS</a:t>
              </a:r>
              <a:endParaRPr sz="2000">
                <a:solidFill>
                  <a:srgbClr val="0C343D"/>
                </a:solidFill>
                <a:latin typeface="Cambria"/>
                <a:ea typeface="Cambria"/>
                <a:cs typeface="Cambria"/>
                <a:sym typeface="Cambria"/>
              </a:endParaRPr>
            </a:p>
            <a:p>
              <a:pPr indent="0" lvl="0" marL="0" rtl="0" algn="l">
                <a:spcBef>
                  <a:spcPts val="0"/>
                </a:spcBef>
                <a:spcAft>
                  <a:spcPts val="0"/>
                </a:spcAft>
                <a:buNone/>
              </a:pPr>
              <a:r>
                <a:t/>
              </a:r>
              <a:endParaRPr sz="2000">
                <a:solidFill>
                  <a:srgbClr val="0C343D"/>
                </a:solidFill>
                <a:latin typeface="Cambria"/>
                <a:ea typeface="Cambria"/>
                <a:cs typeface="Cambria"/>
                <a:sym typeface="Cambria"/>
              </a:endParaRPr>
            </a:p>
            <a:p>
              <a:pPr indent="0" lvl="0" marL="0" rtl="0" algn="l">
                <a:spcBef>
                  <a:spcPts val="0"/>
                </a:spcBef>
                <a:spcAft>
                  <a:spcPts val="0"/>
                </a:spcAft>
                <a:buNone/>
              </a:pPr>
              <a:r>
                <a:rPr lang="en-US" sz="2000">
                  <a:solidFill>
                    <a:srgbClr val="0C343D"/>
                  </a:solidFill>
                  <a:latin typeface="Cambria"/>
                  <a:ea typeface="Cambria"/>
                  <a:cs typeface="Cambria"/>
                  <a:sym typeface="Cambria"/>
                </a:rPr>
                <a:t>OPENS</a:t>
              </a:r>
              <a:endParaRPr sz="2000">
                <a:solidFill>
                  <a:srgbClr val="0C343D"/>
                </a:solidFill>
                <a:latin typeface="Cambria"/>
                <a:ea typeface="Cambria"/>
                <a:cs typeface="Cambria"/>
                <a:sym typeface="Cambria"/>
              </a:endParaRPr>
            </a:p>
            <a:p>
              <a:pPr indent="0" lvl="0" marL="0" rtl="0" algn="l">
                <a:spcBef>
                  <a:spcPts val="0"/>
                </a:spcBef>
                <a:spcAft>
                  <a:spcPts val="0"/>
                </a:spcAft>
                <a:buNone/>
              </a:pPr>
              <a:r>
                <a:t/>
              </a:r>
              <a:endParaRPr sz="2000">
                <a:solidFill>
                  <a:srgbClr val="0C343D"/>
                </a:solidFill>
                <a:latin typeface="Cambria"/>
                <a:ea typeface="Cambria"/>
                <a:cs typeface="Cambria"/>
                <a:sym typeface="Cambria"/>
              </a:endParaRPr>
            </a:p>
            <a:p>
              <a:pPr indent="0" lvl="0" marL="0" rtl="0" algn="l">
                <a:spcBef>
                  <a:spcPts val="0"/>
                </a:spcBef>
                <a:spcAft>
                  <a:spcPts val="0"/>
                </a:spcAft>
                <a:buNone/>
              </a:pPr>
              <a:r>
                <a:rPr lang="en-US" sz="2000">
                  <a:solidFill>
                    <a:srgbClr val="0C343D"/>
                  </a:solidFill>
                  <a:latin typeface="Cambria"/>
                  <a:ea typeface="Cambria"/>
                  <a:cs typeface="Cambria"/>
                  <a:sym typeface="Cambria"/>
                </a:rPr>
                <a:t>UNSUB</a:t>
              </a:r>
              <a:endParaRPr sz="2000">
                <a:solidFill>
                  <a:srgbClr val="0C343D"/>
                </a:solidFill>
                <a:latin typeface="Cambria"/>
                <a:ea typeface="Cambria"/>
                <a:cs typeface="Cambria"/>
                <a:sym typeface="Cambria"/>
              </a:endParaRPr>
            </a:p>
            <a:p>
              <a:pPr indent="0" lvl="0" marL="0" rtl="0" algn="l">
                <a:spcBef>
                  <a:spcPts val="0"/>
                </a:spcBef>
                <a:spcAft>
                  <a:spcPts val="0"/>
                </a:spcAft>
                <a:buNone/>
              </a:pPr>
              <a:r>
                <a:t/>
              </a:r>
              <a:endParaRPr sz="2000">
                <a:solidFill>
                  <a:srgbClr val="0C343D"/>
                </a:solidFill>
                <a:latin typeface="Cambria"/>
                <a:ea typeface="Cambria"/>
                <a:cs typeface="Cambria"/>
                <a:sym typeface="Cambria"/>
              </a:endParaRPr>
            </a:p>
            <a:p>
              <a:pPr indent="0" lvl="0" marL="0" rtl="0" algn="l">
                <a:spcBef>
                  <a:spcPts val="0"/>
                </a:spcBef>
                <a:spcAft>
                  <a:spcPts val="0"/>
                </a:spcAft>
                <a:buNone/>
              </a:pPr>
              <a:r>
                <a:rPr lang="en-US" sz="2000">
                  <a:solidFill>
                    <a:srgbClr val="0C343D"/>
                  </a:solidFill>
                  <a:latin typeface="Cambria"/>
                  <a:ea typeface="Cambria"/>
                  <a:cs typeface="Cambria"/>
                  <a:sym typeface="Cambria"/>
                </a:rPr>
                <a:t>ORDERS</a:t>
              </a:r>
              <a:endParaRPr sz="2000">
                <a:solidFill>
                  <a:srgbClr val="0C343D"/>
                </a:solidFill>
                <a:latin typeface="Cambria"/>
                <a:ea typeface="Cambria"/>
                <a:cs typeface="Cambria"/>
                <a:sym typeface="Cambria"/>
              </a:endParaRPr>
            </a:p>
          </p:txBody>
        </p:sp>
        <p:sp>
          <p:nvSpPr>
            <p:cNvPr id="401" name="Google Shape;401;p24"/>
            <p:cNvSpPr txBox="1"/>
            <p:nvPr/>
          </p:nvSpPr>
          <p:spPr>
            <a:xfrm>
              <a:off x="15418368" y="6233206"/>
              <a:ext cx="2036100" cy="56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rPr b="1" lang="en-US" sz="2200">
                  <a:solidFill>
                    <a:srgbClr val="0C343D"/>
                  </a:solidFill>
                  <a:latin typeface="Cambria"/>
                  <a:ea typeface="Cambria"/>
                  <a:cs typeface="Cambria"/>
                  <a:sym typeface="Cambria"/>
                </a:rPr>
                <a:t>10%</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rPr b="1" lang="en-US" sz="2200">
                  <a:solidFill>
                    <a:srgbClr val="0C343D"/>
                  </a:solidFill>
                  <a:latin typeface="Cambria"/>
                  <a:ea typeface="Cambria"/>
                  <a:cs typeface="Cambria"/>
                  <a:sym typeface="Cambria"/>
                </a:rPr>
                <a:t>2.9%</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rPr b="1" lang="en-US" sz="2200">
                  <a:solidFill>
                    <a:srgbClr val="0C343D"/>
                  </a:solidFill>
                  <a:latin typeface="Cambria"/>
                  <a:ea typeface="Cambria"/>
                  <a:cs typeface="Cambria"/>
                  <a:sym typeface="Cambria"/>
                </a:rPr>
                <a:t>0.5%</a:t>
              </a:r>
              <a:endParaRPr b="1" sz="2200">
                <a:solidFill>
                  <a:srgbClr val="0C343D"/>
                </a:solidFill>
                <a:latin typeface="Cambria"/>
                <a:ea typeface="Cambria"/>
                <a:cs typeface="Cambria"/>
                <a:sym typeface="Cambria"/>
              </a:endParaRPr>
            </a:p>
          </p:txBody>
        </p:sp>
        <p:cxnSp>
          <p:nvCxnSpPr>
            <p:cNvPr id="402" name="Google Shape;402;p24"/>
            <p:cNvCxnSpPr/>
            <p:nvPr/>
          </p:nvCxnSpPr>
          <p:spPr>
            <a:xfrm>
              <a:off x="14440447" y="6600227"/>
              <a:ext cx="839100" cy="0"/>
            </a:xfrm>
            <a:prstGeom prst="straightConnector1">
              <a:avLst/>
            </a:prstGeom>
            <a:noFill/>
            <a:ln cap="flat" cmpd="sng" w="38100">
              <a:solidFill>
                <a:srgbClr val="887F57"/>
              </a:solidFill>
              <a:prstDash val="solid"/>
              <a:round/>
              <a:headEnd len="med" w="med" type="none"/>
              <a:tailEnd len="med" w="med" type="none"/>
            </a:ln>
          </p:spPr>
        </p:cxnSp>
        <p:cxnSp>
          <p:nvCxnSpPr>
            <p:cNvPr id="403" name="Google Shape;403;p24"/>
            <p:cNvCxnSpPr/>
            <p:nvPr/>
          </p:nvCxnSpPr>
          <p:spPr>
            <a:xfrm>
              <a:off x="14476011" y="7223866"/>
              <a:ext cx="839100" cy="0"/>
            </a:xfrm>
            <a:prstGeom prst="straightConnector1">
              <a:avLst/>
            </a:prstGeom>
            <a:noFill/>
            <a:ln cap="flat" cmpd="sng" w="38100">
              <a:solidFill>
                <a:srgbClr val="887F57"/>
              </a:solidFill>
              <a:prstDash val="solid"/>
              <a:round/>
              <a:headEnd len="med" w="med" type="none"/>
              <a:tailEnd len="med" w="med" type="none"/>
            </a:ln>
          </p:spPr>
        </p:cxnSp>
        <p:cxnSp>
          <p:nvCxnSpPr>
            <p:cNvPr id="404" name="Google Shape;404;p24"/>
            <p:cNvCxnSpPr/>
            <p:nvPr/>
          </p:nvCxnSpPr>
          <p:spPr>
            <a:xfrm>
              <a:off x="14495045" y="7837341"/>
              <a:ext cx="839100" cy="0"/>
            </a:xfrm>
            <a:prstGeom prst="straightConnector1">
              <a:avLst/>
            </a:prstGeom>
            <a:noFill/>
            <a:ln cap="flat" cmpd="sng" w="38100">
              <a:solidFill>
                <a:srgbClr val="887F57"/>
              </a:solidFill>
              <a:prstDash val="solid"/>
              <a:round/>
              <a:headEnd len="med" w="med" type="none"/>
              <a:tailEnd len="med" w="med" type="none"/>
            </a:ln>
          </p:spPr>
        </p:cxnSp>
        <p:cxnSp>
          <p:nvCxnSpPr>
            <p:cNvPr id="405" name="Google Shape;405;p24"/>
            <p:cNvCxnSpPr/>
            <p:nvPr/>
          </p:nvCxnSpPr>
          <p:spPr>
            <a:xfrm>
              <a:off x="14530609" y="8460980"/>
              <a:ext cx="839100" cy="0"/>
            </a:xfrm>
            <a:prstGeom prst="straightConnector1">
              <a:avLst/>
            </a:prstGeom>
            <a:noFill/>
            <a:ln cap="flat" cmpd="sng" w="38100">
              <a:solidFill>
                <a:srgbClr val="887F57"/>
              </a:solidFill>
              <a:prstDash val="solid"/>
              <a:round/>
              <a:headEnd len="med" w="med" type="none"/>
              <a:tailEnd len="med" w="med" type="none"/>
            </a:ln>
          </p:spPr>
        </p:cxnSp>
        <p:sp>
          <p:nvSpPr>
            <p:cNvPr id="406" name="Google Shape;406;p24"/>
            <p:cNvSpPr txBox="1"/>
            <p:nvPr/>
          </p:nvSpPr>
          <p:spPr>
            <a:xfrm>
              <a:off x="15422899" y="6357700"/>
              <a:ext cx="764100" cy="63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2200">
                  <a:solidFill>
                    <a:srgbClr val="0C343D"/>
                  </a:solidFill>
                  <a:latin typeface="Cambria"/>
                  <a:ea typeface="Cambria"/>
                  <a:cs typeface="Cambria"/>
                  <a:sym typeface="Cambria"/>
                </a:rPr>
                <a:t>3</a:t>
              </a:r>
              <a:r>
                <a:rPr b="1" lang="en-US" sz="2200">
                  <a:solidFill>
                    <a:srgbClr val="0C343D"/>
                  </a:solidFill>
                  <a:latin typeface="Cambria"/>
                  <a:ea typeface="Cambria"/>
                  <a:cs typeface="Cambria"/>
                  <a:sym typeface="Cambria"/>
                </a:rPr>
                <a:t>%</a:t>
              </a:r>
              <a:endParaRPr sz="3200">
                <a:solidFill>
                  <a:srgbClr val="0C343D"/>
                </a:solidFill>
                <a:latin typeface="Calibri"/>
                <a:ea typeface="Calibri"/>
                <a:cs typeface="Calibri"/>
                <a:sym typeface="Calibri"/>
              </a:endParaRPr>
            </a:p>
          </p:txBody>
        </p:sp>
        <p:grpSp>
          <p:nvGrpSpPr>
            <p:cNvPr id="407" name="Google Shape;407;p24"/>
            <p:cNvGrpSpPr/>
            <p:nvPr/>
          </p:nvGrpSpPr>
          <p:grpSpPr>
            <a:xfrm>
              <a:off x="16187003" y="6379950"/>
              <a:ext cx="484646" cy="484646"/>
              <a:chOff x="15386650" y="6375500"/>
              <a:chExt cx="657950" cy="657950"/>
            </a:xfrm>
          </p:grpSpPr>
          <p:pic>
            <p:nvPicPr>
              <p:cNvPr id="408" name="Google Shape;408;p24"/>
              <p:cNvPicPr preferRelativeResize="0"/>
              <p:nvPr/>
            </p:nvPicPr>
            <p:blipFill rotWithShape="1">
              <a:blip r:embed="rId6">
                <a:alphaModFix/>
              </a:blip>
              <a:srcRect b="0" l="0" r="0" t="0"/>
              <a:stretch/>
            </p:blipFill>
            <p:spPr>
              <a:xfrm>
                <a:off x="15386650" y="6375500"/>
                <a:ext cx="657950" cy="657950"/>
              </a:xfrm>
              <a:prstGeom prst="rect">
                <a:avLst/>
              </a:prstGeom>
              <a:noFill/>
              <a:ln>
                <a:noFill/>
              </a:ln>
            </p:spPr>
          </p:pic>
          <p:pic>
            <p:nvPicPr>
              <p:cNvPr id="409" name="Google Shape;409;p24"/>
              <p:cNvPicPr preferRelativeResize="0"/>
              <p:nvPr/>
            </p:nvPicPr>
            <p:blipFill>
              <a:blip r:embed="rId7">
                <a:alphaModFix/>
              </a:blip>
              <a:stretch>
                <a:fillRect/>
              </a:stretch>
            </p:blipFill>
            <p:spPr>
              <a:xfrm>
                <a:off x="15522177" y="6511027"/>
                <a:ext cx="386895" cy="386895"/>
              </a:xfrm>
              <a:prstGeom prst="rect">
                <a:avLst/>
              </a:prstGeom>
              <a:noFill/>
              <a:ln>
                <a:noFill/>
              </a:ln>
            </p:spPr>
          </p:pic>
        </p:grpSp>
        <p:pic>
          <p:nvPicPr>
            <p:cNvPr id="410" name="Google Shape;410;p24"/>
            <p:cNvPicPr preferRelativeResize="0"/>
            <p:nvPr/>
          </p:nvPicPr>
          <p:blipFill rotWithShape="1">
            <a:blip r:embed="rId6">
              <a:alphaModFix/>
            </a:blip>
            <a:srcRect b="0" l="0" r="0" t="0"/>
            <a:stretch/>
          </p:blipFill>
          <p:spPr>
            <a:xfrm>
              <a:off x="16216878" y="6935111"/>
              <a:ext cx="484646" cy="484646"/>
            </a:xfrm>
            <a:prstGeom prst="rect">
              <a:avLst/>
            </a:prstGeom>
            <a:noFill/>
            <a:ln>
              <a:noFill/>
            </a:ln>
          </p:spPr>
        </p:pic>
        <p:pic>
          <p:nvPicPr>
            <p:cNvPr id="411" name="Google Shape;411;p24"/>
            <p:cNvPicPr preferRelativeResize="0"/>
            <p:nvPr/>
          </p:nvPicPr>
          <p:blipFill rotWithShape="1">
            <a:blip r:embed="rId6">
              <a:alphaModFix/>
            </a:blip>
            <a:srcRect b="0" l="0" r="0" t="0"/>
            <a:stretch/>
          </p:blipFill>
          <p:spPr>
            <a:xfrm>
              <a:off x="16237505" y="7606027"/>
              <a:ext cx="484646" cy="484646"/>
            </a:xfrm>
            <a:prstGeom prst="rect">
              <a:avLst/>
            </a:prstGeom>
            <a:noFill/>
            <a:ln>
              <a:noFill/>
            </a:ln>
          </p:spPr>
        </p:pic>
        <p:pic>
          <p:nvPicPr>
            <p:cNvPr id="412" name="Google Shape;412;p24"/>
            <p:cNvPicPr preferRelativeResize="0"/>
            <p:nvPr/>
          </p:nvPicPr>
          <p:blipFill rotWithShape="1">
            <a:blip r:embed="rId6">
              <a:alphaModFix/>
            </a:blip>
            <a:srcRect b="0" l="0" r="0" t="0"/>
            <a:stretch/>
          </p:blipFill>
          <p:spPr>
            <a:xfrm>
              <a:off x="16267380" y="8161187"/>
              <a:ext cx="484646" cy="484646"/>
            </a:xfrm>
            <a:prstGeom prst="rect">
              <a:avLst/>
            </a:prstGeom>
            <a:noFill/>
            <a:ln>
              <a:noFill/>
            </a:ln>
          </p:spPr>
        </p:pic>
        <p:pic>
          <p:nvPicPr>
            <p:cNvPr id="413" name="Google Shape;413;p24"/>
            <p:cNvPicPr preferRelativeResize="0"/>
            <p:nvPr/>
          </p:nvPicPr>
          <p:blipFill>
            <a:blip r:embed="rId8">
              <a:alphaModFix/>
            </a:blip>
            <a:stretch>
              <a:fillRect/>
            </a:stretch>
          </p:blipFill>
          <p:spPr>
            <a:xfrm>
              <a:off x="16318792" y="7048702"/>
              <a:ext cx="286500" cy="286500"/>
            </a:xfrm>
            <a:prstGeom prst="rect">
              <a:avLst/>
            </a:prstGeom>
            <a:noFill/>
            <a:ln>
              <a:noFill/>
            </a:ln>
          </p:spPr>
        </p:pic>
        <p:pic>
          <p:nvPicPr>
            <p:cNvPr id="414" name="Google Shape;414;p24"/>
            <p:cNvPicPr preferRelativeResize="0"/>
            <p:nvPr/>
          </p:nvPicPr>
          <p:blipFill>
            <a:blip r:embed="rId9">
              <a:alphaModFix/>
            </a:blip>
            <a:stretch>
              <a:fillRect/>
            </a:stretch>
          </p:blipFill>
          <p:spPr>
            <a:xfrm>
              <a:off x="16336570" y="7705095"/>
              <a:ext cx="286500" cy="286500"/>
            </a:xfrm>
            <a:prstGeom prst="rect">
              <a:avLst/>
            </a:prstGeom>
            <a:noFill/>
            <a:ln>
              <a:noFill/>
            </a:ln>
          </p:spPr>
        </p:pic>
        <p:pic>
          <p:nvPicPr>
            <p:cNvPr id="415" name="Google Shape;415;p24"/>
            <p:cNvPicPr preferRelativeResize="0"/>
            <p:nvPr/>
          </p:nvPicPr>
          <p:blipFill>
            <a:blip r:embed="rId10">
              <a:alphaModFix/>
            </a:blip>
            <a:stretch>
              <a:fillRect/>
            </a:stretch>
          </p:blipFill>
          <p:spPr>
            <a:xfrm>
              <a:off x="16357860" y="8266613"/>
              <a:ext cx="286500" cy="286500"/>
            </a:xfrm>
            <a:prstGeom prst="rect">
              <a:avLst/>
            </a:prstGeom>
            <a:noFill/>
            <a:ln>
              <a:noFill/>
            </a:ln>
          </p:spPr>
        </p:pic>
        <p:sp>
          <p:nvSpPr>
            <p:cNvPr id="416" name="Google Shape;416;p24"/>
            <p:cNvSpPr txBox="1"/>
            <p:nvPr/>
          </p:nvSpPr>
          <p:spPr>
            <a:xfrm>
              <a:off x="13314698" y="5723780"/>
              <a:ext cx="5181900" cy="40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3200">
                  <a:solidFill>
                    <a:srgbClr val="264653"/>
                  </a:solidFill>
                  <a:latin typeface="Comfortaa"/>
                  <a:ea typeface="Comfortaa"/>
                  <a:cs typeface="Comfortaa"/>
                  <a:sym typeface="Comfortaa"/>
                </a:rPr>
                <a:t>Alarming Email Rates</a:t>
              </a:r>
              <a:endParaRPr sz="3200">
                <a:solidFill>
                  <a:srgbClr val="264653"/>
                </a:solidFill>
                <a:latin typeface="Comfortaa"/>
                <a:ea typeface="Comfortaa"/>
                <a:cs typeface="Comfortaa"/>
                <a:sym typeface="Comfortaa"/>
              </a:endParaRPr>
            </a:p>
          </p:txBody>
        </p:sp>
        <p:cxnSp>
          <p:nvCxnSpPr>
            <p:cNvPr id="417" name="Google Shape;417;p24"/>
            <p:cNvCxnSpPr/>
            <p:nvPr/>
          </p:nvCxnSpPr>
          <p:spPr>
            <a:xfrm>
              <a:off x="13376924" y="6322122"/>
              <a:ext cx="4667700" cy="0"/>
            </a:xfrm>
            <a:prstGeom prst="straightConnector1">
              <a:avLst/>
            </a:prstGeom>
            <a:noFill/>
            <a:ln cap="flat" cmpd="sng" w="38100">
              <a:solidFill>
                <a:srgbClr val="C8BF96"/>
              </a:solidFill>
              <a:prstDash val="solid"/>
              <a:round/>
              <a:headEnd len="med" w="med" type="none"/>
              <a:tailEnd len="med" w="med" type="none"/>
            </a:ln>
          </p:spPr>
        </p:cxnSp>
      </p:grpSp>
      <p:grpSp>
        <p:nvGrpSpPr>
          <p:cNvPr id="418" name="Google Shape;418;p24"/>
          <p:cNvGrpSpPr/>
          <p:nvPr/>
        </p:nvGrpSpPr>
        <p:grpSpPr>
          <a:xfrm>
            <a:off x="11500925" y="1984550"/>
            <a:ext cx="7293695" cy="3565800"/>
            <a:chOff x="13141526" y="5717550"/>
            <a:chExt cx="5739000" cy="3565800"/>
          </a:xfrm>
        </p:grpSpPr>
        <p:sp>
          <p:nvSpPr>
            <p:cNvPr id="419" name="Google Shape;419;p24"/>
            <p:cNvSpPr/>
            <p:nvPr/>
          </p:nvSpPr>
          <p:spPr>
            <a:xfrm>
              <a:off x="13141526" y="5717550"/>
              <a:ext cx="5739000" cy="3565800"/>
            </a:xfrm>
            <a:prstGeom prst="roundRect">
              <a:avLst>
                <a:gd fmla="val 16667" name="adj"/>
              </a:avLst>
            </a:prstGeom>
            <a:solidFill>
              <a:srgbClr val="93987C"/>
            </a:solidFill>
            <a:ln>
              <a:noFill/>
            </a:ln>
            <a:effectLst>
              <a:outerShdw blurRad="57150" rotWithShape="0" algn="bl" dir="5400000" dist="57150">
                <a:srgbClr val="000000">
                  <a:alpha val="50000"/>
                </a:srgbClr>
              </a:outerShdw>
            </a:effectLst>
          </p:spPr>
          <p:txBody>
            <a:bodyPr anchorCtr="0" anchor="b"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   </a:t>
              </a:r>
              <a:r>
                <a:rPr lang="en-US">
                  <a:latin typeface="Sora"/>
                  <a:ea typeface="Sora"/>
                  <a:cs typeface="Sora"/>
                  <a:sym typeface="Sora"/>
                </a:rPr>
                <a:t> </a:t>
              </a:r>
              <a:endParaRPr>
                <a:latin typeface="Sora"/>
                <a:ea typeface="Sora"/>
                <a:cs typeface="Sora"/>
                <a:sym typeface="Sora"/>
              </a:endParaRPr>
            </a:p>
          </p:txBody>
        </p:sp>
        <p:sp>
          <p:nvSpPr>
            <p:cNvPr id="420" name="Google Shape;420;p24"/>
            <p:cNvSpPr txBox="1"/>
            <p:nvPr/>
          </p:nvSpPr>
          <p:spPr>
            <a:xfrm>
              <a:off x="13344444" y="6428829"/>
              <a:ext cx="1262400" cy="56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000">
                  <a:solidFill>
                    <a:srgbClr val="0C343D"/>
                  </a:solidFill>
                  <a:latin typeface="Cambria"/>
                  <a:ea typeface="Cambria"/>
                  <a:cs typeface="Cambria"/>
                  <a:sym typeface="Cambria"/>
                </a:rPr>
                <a:t>CLICKS</a:t>
              </a:r>
              <a:endParaRPr sz="2000">
                <a:solidFill>
                  <a:srgbClr val="0C343D"/>
                </a:solidFill>
                <a:latin typeface="Cambria"/>
                <a:ea typeface="Cambria"/>
                <a:cs typeface="Cambria"/>
                <a:sym typeface="Cambria"/>
              </a:endParaRPr>
            </a:p>
            <a:p>
              <a:pPr indent="0" lvl="0" marL="0" rtl="0" algn="l">
                <a:spcBef>
                  <a:spcPts val="0"/>
                </a:spcBef>
                <a:spcAft>
                  <a:spcPts val="0"/>
                </a:spcAft>
                <a:buNone/>
              </a:pPr>
              <a:r>
                <a:t/>
              </a:r>
              <a:endParaRPr sz="2000">
                <a:solidFill>
                  <a:srgbClr val="0C343D"/>
                </a:solidFill>
                <a:latin typeface="Cambria"/>
                <a:ea typeface="Cambria"/>
                <a:cs typeface="Cambria"/>
                <a:sym typeface="Cambria"/>
              </a:endParaRPr>
            </a:p>
            <a:p>
              <a:pPr indent="0" lvl="0" marL="0" rtl="0" algn="l">
                <a:spcBef>
                  <a:spcPts val="0"/>
                </a:spcBef>
                <a:spcAft>
                  <a:spcPts val="0"/>
                </a:spcAft>
                <a:buNone/>
              </a:pPr>
              <a:r>
                <a:rPr lang="en-US" sz="2000">
                  <a:solidFill>
                    <a:srgbClr val="0C343D"/>
                  </a:solidFill>
                  <a:latin typeface="Cambria"/>
                  <a:ea typeface="Cambria"/>
                  <a:cs typeface="Cambria"/>
                  <a:sym typeface="Cambria"/>
                </a:rPr>
                <a:t>OPENS</a:t>
              </a:r>
              <a:endParaRPr sz="2000">
                <a:solidFill>
                  <a:srgbClr val="0C343D"/>
                </a:solidFill>
                <a:latin typeface="Cambria"/>
                <a:ea typeface="Cambria"/>
                <a:cs typeface="Cambria"/>
                <a:sym typeface="Cambria"/>
              </a:endParaRPr>
            </a:p>
            <a:p>
              <a:pPr indent="0" lvl="0" marL="0" rtl="0" algn="l">
                <a:spcBef>
                  <a:spcPts val="0"/>
                </a:spcBef>
                <a:spcAft>
                  <a:spcPts val="0"/>
                </a:spcAft>
                <a:buNone/>
              </a:pPr>
              <a:r>
                <a:t/>
              </a:r>
              <a:endParaRPr sz="2000">
                <a:solidFill>
                  <a:srgbClr val="0C343D"/>
                </a:solidFill>
                <a:latin typeface="Cambria"/>
                <a:ea typeface="Cambria"/>
                <a:cs typeface="Cambria"/>
                <a:sym typeface="Cambria"/>
              </a:endParaRPr>
            </a:p>
            <a:p>
              <a:pPr indent="0" lvl="0" marL="0" rtl="0" algn="l">
                <a:spcBef>
                  <a:spcPts val="0"/>
                </a:spcBef>
                <a:spcAft>
                  <a:spcPts val="0"/>
                </a:spcAft>
                <a:buNone/>
              </a:pPr>
              <a:r>
                <a:rPr lang="en-US" sz="2000">
                  <a:solidFill>
                    <a:srgbClr val="0C343D"/>
                  </a:solidFill>
                  <a:latin typeface="Cambria"/>
                  <a:ea typeface="Cambria"/>
                  <a:cs typeface="Cambria"/>
                  <a:sym typeface="Cambria"/>
                </a:rPr>
                <a:t>UNSUB</a:t>
              </a:r>
              <a:endParaRPr sz="2000">
                <a:solidFill>
                  <a:srgbClr val="0C343D"/>
                </a:solidFill>
                <a:latin typeface="Cambria"/>
                <a:ea typeface="Cambria"/>
                <a:cs typeface="Cambria"/>
                <a:sym typeface="Cambria"/>
              </a:endParaRPr>
            </a:p>
            <a:p>
              <a:pPr indent="0" lvl="0" marL="0" rtl="0" algn="l">
                <a:spcBef>
                  <a:spcPts val="0"/>
                </a:spcBef>
                <a:spcAft>
                  <a:spcPts val="0"/>
                </a:spcAft>
                <a:buNone/>
              </a:pPr>
              <a:r>
                <a:t/>
              </a:r>
              <a:endParaRPr sz="2000">
                <a:solidFill>
                  <a:srgbClr val="0C343D"/>
                </a:solidFill>
                <a:latin typeface="Cambria"/>
                <a:ea typeface="Cambria"/>
                <a:cs typeface="Cambria"/>
                <a:sym typeface="Cambria"/>
              </a:endParaRPr>
            </a:p>
            <a:p>
              <a:pPr indent="0" lvl="0" marL="0" rtl="0" algn="l">
                <a:spcBef>
                  <a:spcPts val="0"/>
                </a:spcBef>
                <a:spcAft>
                  <a:spcPts val="0"/>
                </a:spcAft>
                <a:buNone/>
              </a:pPr>
              <a:r>
                <a:rPr lang="en-US" sz="2000">
                  <a:solidFill>
                    <a:srgbClr val="0C343D"/>
                  </a:solidFill>
                  <a:latin typeface="Cambria"/>
                  <a:ea typeface="Cambria"/>
                  <a:cs typeface="Cambria"/>
                  <a:sym typeface="Cambria"/>
                </a:rPr>
                <a:t>ORDERS</a:t>
              </a:r>
              <a:endParaRPr sz="2000">
                <a:solidFill>
                  <a:srgbClr val="0C343D"/>
                </a:solidFill>
                <a:latin typeface="Cambria"/>
                <a:ea typeface="Cambria"/>
                <a:cs typeface="Cambria"/>
                <a:sym typeface="Cambria"/>
              </a:endParaRPr>
            </a:p>
          </p:txBody>
        </p:sp>
        <p:sp>
          <p:nvSpPr>
            <p:cNvPr id="421" name="Google Shape;421;p24"/>
            <p:cNvSpPr txBox="1"/>
            <p:nvPr/>
          </p:nvSpPr>
          <p:spPr>
            <a:xfrm>
              <a:off x="15334417" y="6233206"/>
              <a:ext cx="2036100" cy="56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rPr b="1" lang="en-US" sz="2200">
                  <a:solidFill>
                    <a:srgbClr val="0C343D"/>
                  </a:solidFill>
                  <a:latin typeface="Cambria"/>
                  <a:ea typeface="Cambria"/>
                  <a:cs typeface="Cambria"/>
                  <a:sym typeface="Cambria"/>
                </a:rPr>
                <a:t>6.5%</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rPr b="1" lang="en-US" sz="2200">
                  <a:solidFill>
                    <a:srgbClr val="0C343D"/>
                  </a:solidFill>
                  <a:latin typeface="Cambria"/>
                  <a:ea typeface="Cambria"/>
                  <a:cs typeface="Cambria"/>
                  <a:sym typeface="Cambria"/>
                </a:rPr>
                <a:t>0.7%</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t/>
              </a:r>
              <a:endParaRPr b="1" sz="2200">
                <a:solidFill>
                  <a:srgbClr val="0C343D"/>
                </a:solidFill>
                <a:latin typeface="Cambria"/>
                <a:ea typeface="Cambria"/>
                <a:cs typeface="Cambria"/>
                <a:sym typeface="Cambria"/>
              </a:endParaRPr>
            </a:p>
            <a:p>
              <a:pPr indent="0" lvl="0" marL="0" rtl="0" algn="l">
                <a:spcBef>
                  <a:spcPts val="0"/>
                </a:spcBef>
                <a:spcAft>
                  <a:spcPts val="0"/>
                </a:spcAft>
                <a:buNone/>
              </a:pPr>
              <a:r>
                <a:rPr b="1" lang="en-US" sz="2200">
                  <a:solidFill>
                    <a:srgbClr val="0C343D"/>
                  </a:solidFill>
                  <a:latin typeface="Cambria"/>
                  <a:ea typeface="Cambria"/>
                  <a:cs typeface="Cambria"/>
                  <a:sym typeface="Cambria"/>
                </a:rPr>
                <a:t>1.6%</a:t>
              </a:r>
              <a:endParaRPr b="1" sz="2200">
                <a:solidFill>
                  <a:srgbClr val="0C343D"/>
                </a:solidFill>
                <a:latin typeface="Cambria"/>
                <a:ea typeface="Cambria"/>
                <a:cs typeface="Cambria"/>
                <a:sym typeface="Cambria"/>
              </a:endParaRPr>
            </a:p>
          </p:txBody>
        </p:sp>
        <p:cxnSp>
          <p:nvCxnSpPr>
            <p:cNvPr id="422" name="Google Shape;422;p24"/>
            <p:cNvCxnSpPr/>
            <p:nvPr/>
          </p:nvCxnSpPr>
          <p:spPr>
            <a:xfrm>
              <a:off x="14363492" y="6671355"/>
              <a:ext cx="839100" cy="0"/>
            </a:xfrm>
            <a:prstGeom prst="straightConnector1">
              <a:avLst/>
            </a:prstGeom>
            <a:noFill/>
            <a:ln cap="flat" cmpd="sng" w="38100">
              <a:solidFill>
                <a:srgbClr val="887F57"/>
              </a:solidFill>
              <a:prstDash val="solid"/>
              <a:round/>
              <a:headEnd len="med" w="med" type="none"/>
              <a:tailEnd len="med" w="med" type="none"/>
            </a:ln>
          </p:spPr>
        </p:cxnSp>
        <p:cxnSp>
          <p:nvCxnSpPr>
            <p:cNvPr id="423" name="Google Shape;423;p24"/>
            <p:cNvCxnSpPr/>
            <p:nvPr/>
          </p:nvCxnSpPr>
          <p:spPr>
            <a:xfrm>
              <a:off x="14399056" y="7294995"/>
              <a:ext cx="839100" cy="0"/>
            </a:xfrm>
            <a:prstGeom prst="straightConnector1">
              <a:avLst/>
            </a:prstGeom>
            <a:noFill/>
            <a:ln cap="flat" cmpd="sng" w="38100">
              <a:solidFill>
                <a:srgbClr val="887F57"/>
              </a:solidFill>
              <a:prstDash val="solid"/>
              <a:round/>
              <a:headEnd len="med" w="med" type="none"/>
              <a:tailEnd len="med" w="med" type="none"/>
            </a:ln>
          </p:spPr>
        </p:cxnSp>
        <p:cxnSp>
          <p:nvCxnSpPr>
            <p:cNvPr id="424" name="Google Shape;424;p24"/>
            <p:cNvCxnSpPr/>
            <p:nvPr/>
          </p:nvCxnSpPr>
          <p:spPr>
            <a:xfrm>
              <a:off x="14418090" y="7908469"/>
              <a:ext cx="839100" cy="0"/>
            </a:xfrm>
            <a:prstGeom prst="straightConnector1">
              <a:avLst/>
            </a:prstGeom>
            <a:noFill/>
            <a:ln cap="flat" cmpd="sng" w="38100">
              <a:solidFill>
                <a:srgbClr val="887F57"/>
              </a:solidFill>
              <a:prstDash val="solid"/>
              <a:round/>
              <a:headEnd len="med" w="med" type="none"/>
              <a:tailEnd len="med" w="med" type="none"/>
            </a:ln>
          </p:spPr>
        </p:cxnSp>
        <p:cxnSp>
          <p:nvCxnSpPr>
            <p:cNvPr id="425" name="Google Shape;425;p24"/>
            <p:cNvCxnSpPr/>
            <p:nvPr/>
          </p:nvCxnSpPr>
          <p:spPr>
            <a:xfrm>
              <a:off x="14453654" y="8532109"/>
              <a:ext cx="839100" cy="0"/>
            </a:xfrm>
            <a:prstGeom prst="straightConnector1">
              <a:avLst/>
            </a:prstGeom>
            <a:noFill/>
            <a:ln cap="flat" cmpd="sng" w="38100">
              <a:solidFill>
                <a:srgbClr val="887F57"/>
              </a:solidFill>
              <a:prstDash val="solid"/>
              <a:round/>
              <a:headEnd len="med" w="med" type="none"/>
              <a:tailEnd len="med" w="med" type="none"/>
            </a:ln>
          </p:spPr>
        </p:cxnSp>
        <p:sp>
          <p:nvSpPr>
            <p:cNvPr id="426" name="Google Shape;426;p24"/>
            <p:cNvSpPr txBox="1"/>
            <p:nvPr/>
          </p:nvSpPr>
          <p:spPr>
            <a:xfrm>
              <a:off x="15341424" y="6428825"/>
              <a:ext cx="798600" cy="484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rgbClr val="0C343D"/>
                  </a:solidFill>
                  <a:latin typeface="Cambria"/>
                  <a:ea typeface="Cambria"/>
                  <a:cs typeface="Cambria"/>
                  <a:sym typeface="Cambria"/>
                </a:rPr>
                <a:t>3.8%</a:t>
              </a:r>
              <a:endParaRPr sz="3200">
                <a:solidFill>
                  <a:srgbClr val="0C343D"/>
                </a:solidFill>
                <a:latin typeface="Calibri"/>
                <a:ea typeface="Calibri"/>
                <a:cs typeface="Calibri"/>
                <a:sym typeface="Calibri"/>
              </a:endParaRPr>
            </a:p>
          </p:txBody>
        </p:sp>
        <p:grpSp>
          <p:nvGrpSpPr>
            <p:cNvPr id="427" name="Google Shape;427;p24"/>
            <p:cNvGrpSpPr/>
            <p:nvPr/>
          </p:nvGrpSpPr>
          <p:grpSpPr>
            <a:xfrm>
              <a:off x="16110048" y="6451079"/>
              <a:ext cx="484646" cy="484646"/>
              <a:chOff x="15282177" y="6472064"/>
              <a:chExt cx="657950" cy="657950"/>
            </a:xfrm>
          </p:grpSpPr>
          <p:pic>
            <p:nvPicPr>
              <p:cNvPr id="428" name="Google Shape;428;p24"/>
              <p:cNvPicPr preferRelativeResize="0"/>
              <p:nvPr/>
            </p:nvPicPr>
            <p:blipFill rotWithShape="1">
              <a:blip r:embed="rId6">
                <a:alphaModFix/>
              </a:blip>
              <a:srcRect b="0" l="0" r="0" t="0"/>
              <a:stretch/>
            </p:blipFill>
            <p:spPr>
              <a:xfrm>
                <a:off x="15282177" y="6472064"/>
                <a:ext cx="657950" cy="657950"/>
              </a:xfrm>
              <a:prstGeom prst="rect">
                <a:avLst/>
              </a:prstGeom>
              <a:noFill/>
              <a:ln>
                <a:noFill/>
              </a:ln>
            </p:spPr>
          </p:pic>
          <p:pic>
            <p:nvPicPr>
              <p:cNvPr id="429" name="Google Shape;429;p24"/>
              <p:cNvPicPr preferRelativeResize="0"/>
              <p:nvPr/>
            </p:nvPicPr>
            <p:blipFill>
              <a:blip r:embed="rId7">
                <a:alphaModFix/>
              </a:blip>
              <a:stretch>
                <a:fillRect/>
              </a:stretch>
            </p:blipFill>
            <p:spPr>
              <a:xfrm>
                <a:off x="15417704" y="6607591"/>
                <a:ext cx="386895" cy="386896"/>
              </a:xfrm>
              <a:prstGeom prst="rect">
                <a:avLst/>
              </a:prstGeom>
              <a:noFill/>
              <a:ln>
                <a:noFill/>
              </a:ln>
            </p:spPr>
          </p:pic>
        </p:grpSp>
        <p:pic>
          <p:nvPicPr>
            <p:cNvPr id="430" name="Google Shape;430;p24"/>
            <p:cNvPicPr preferRelativeResize="0"/>
            <p:nvPr/>
          </p:nvPicPr>
          <p:blipFill rotWithShape="1">
            <a:blip r:embed="rId6">
              <a:alphaModFix/>
            </a:blip>
            <a:srcRect b="0" l="0" r="0" t="0"/>
            <a:stretch/>
          </p:blipFill>
          <p:spPr>
            <a:xfrm>
              <a:off x="16097947" y="7006239"/>
              <a:ext cx="484646" cy="484646"/>
            </a:xfrm>
            <a:prstGeom prst="rect">
              <a:avLst/>
            </a:prstGeom>
            <a:noFill/>
            <a:ln>
              <a:noFill/>
            </a:ln>
          </p:spPr>
        </p:pic>
        <p:pic>
          <p:nvPicPr>
            <p:cNvPr id="431" name="Google Shape;431;p24"/>
            <p:cNvPicPr preferRelativeResize="0"/>
            <p:nvPr/>
          </p:nvPicPr>
          <p:blipFill rotWithShape="1">
            <a:blip r:embed="rId6">
              <a:alphaModFix/>
            </a:blip>
            <a:srcRect b="0" l="0" r="0" t="0"/>
            <a:stretch/>
          </p:blipFill>
          <p:spPr>
            <a:xfrm>
              <a:off x="16076599" y="7623809"/>
              <a:ext cx="484646" cy="484646"/>
            </a:xfrm>
            <a:prstGeom prst="rect">
              <a:avLst/>
            </a:prstGeom>
            <a:noFill/>
            <a:ln>
              <a:noFill/>
            </a:ln>
          </p:spPr>
        </p:pic>
        <p:pic>
          <p:nvPicPr>
            <p:cNvPr id="432" name="Google Shape;432;p24"/>
            <p:cNvPicPr preferRelativeResize="0"/>
            <p:nvPr/>
          </p:nvPicPr>
          <p:blipFill rotWithShape="1">
            <a:blip r:embed="rId6">
              <a:alphaModFix/>
            </a:blip>
            <a:srcRect b="0" l="0" r="0" t="0"/>
            <a:stretch/>
          </p:blipFill>
          <p:spPr>
            <a:xfrm>
              <a:off x="16106474" y="8232316"/>
              <a:ext cx="484646" cy="484646"/>
            </a:xfrm>
            <a:prstGeom prst="rect">
              <a:avLst/>
            </a:prstGeom>
            <a:noFill/>
            <a:ln>
              <a:noFill/>
            </a:ln>
          </p:spPr>
        </p:pic>
        <p:pic>
          <p:nvPicPr>
            <p:cNvPr id="433" name="Google Shape;433;p24"/>
            <p:cNvPicPr preferRelativeResize="0"/>
            <p:nvPr/>
          </p:nvPicPr>
          <p:blipFill>
            <a:blip r:embed="rId8">
              <a:alphaModFix/>
            </a:blip>
            <a:stretch>
              <a:fillRect/>
            </a:stretch>
          </p:blipFill>
          <p:spPr>
            <a:xfrm>
              <a:off x="16199862" y="7119831"/>
              <a:ext cx="286500" cy="286500"/>
            </a:xfrm>
            <a:prstGeom prst="rect">
              <a:avLst/>
            </a:prstGeom>
            <a:noFill/>
            <a:ln>
              <a:noFill/>
            </a:ln>
          </p:spPr>
        </p:pic>
        <p:pic>
          <p:nvPicPr>
            <p:cNvPr id="434" name="Google Shape;434;p24"/>
            <p:cNvPicPr preferRelativeResize="0"/>
            <p:nvPr/>
          </p:nvPicPr>
          <p:blipFill>
            <a:blip r:embed="rId9">
              <a:alphaModFix/>
            </a:blip>
            <a:stretch>
              <a:fillRect/>
            </a:stretch>
          </p:blipFill>
          <p:spPr>
            <a:xfrm>
              <a:off x="16175664" y="7722878"/>
              <a:ext cx="286500" cy="286500"/>
            </a:xfrm>
            <a:prstGeom prst="rect">
              <a:avLst/>
            </a:prstGeom>
            <a:noFill/>
            <a:ln>
              <a:noFill/>
            </a:ln>
          </p:spPr>
        </p:pic>
        <p:pic>
          <p:nvPicPr>
            <p:cNvPr id="435" name="Google Shape;435;p24"/>
            <p:cNvPicPr preferRelativeResize="0"/>
            <p:nvPr/>
          </p:nvPicPr>
          <p:blipFill>
            <a:blip r:embed="rId10">
              <a:alphaModFix/>
            </a:blip>
            <a:stretch>
              <a:fillRect/>
            </a:stretch>
          </p:blipFill>
          <p:spPr>
            <a:xfrm>
              <a:off x="16196954" y="8337741"/>
              <a:ext cx="286500" cy="286500"/>
            </a:xfrm>
            <a:prstGeom prst="rect">
              <a:avLst/>
            </a:prstGeom>
            <a:noFill/>
            <a:ln>
              <a:noFill/>
            </a:ln>
          </p:spPr>
        </p:pic>
        <p:sp>
          <p:nvSpPr>
            <p:cNvPr id="436" name="Google Shape;436;p24"/>
            <p:cNvSpPr txBox="1"/>
            <p:nvPr/>
          </p:nvSpPr>
          <p:spPr>
            <a:xfrm>
              <a:off x="13237743" y="5794909"/>
              <a:ext cx="5181900" cy="40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800">
                  <a:solidFill>
                    <a:srgbClr val="264653"/>
                  </a:solidFill>
                  <a:latin typeface="Comfortaa"/>
                  <a:ea typeface="Comfortaa"/>
                  <a:cs typeface="Comfortaa"/>
                  <a:sym typeface="Comfortaa"/>
                </a:rPr>
                <a:t>Conversation </a:t>
              </a:r>
              <a:r>
                <a:rPr lang="en-US" sz="2800">
                  <a:solidFill>
                    <a:srgbClr val="264653"/>
                  </a:solidFill>
                  <a:latin typeface="Comfortaa"/>
                  <a:ea typeface="Comfortaa"/>
                  <a:cs typeface="Comfortaa"/>
                  <a:sym typeface="Comfortaa"/>
                </a:rPr>
                <a:t>Email Rates</a:t>
              </a:r>
              <a:endParaRPr sz="2800">
                <a:solidFill>
                  <a:srgbClr val="264653"/>
                </a:solidFill>
                <a:latin typeface="Comfortaa"/>
                <a:ea typeface="Comfortaa"/>
                <a:cs typeface="Comfortaa"/>
                <a:sym typeface="Comfortaa"/>
              </a:endParaRPr>
            </a:p>
          </p:txBody>
        </p:sp>
        <p:cxnSp>
          <p:nvCxnSpPr>
            <p:cNvPr id="437" name="Google Shape;437;p24"/>
            <p:cNvCxnSpPr/>
            <p:nvPr/>
          </p:nvCxnSpPr>
          <p:spPr>
            <a:xfrm>
              <a:off x="13299969" y="6393250"/>
              <a:ext cx="4667700" cy="0"/>
            </a:xfrm>
            <a:prstGeom prst="straightConnector1">
              <a:avLst/>
            </a:prstGeom>
            <a:noFill/>
            <a:ln cap="flat" cmpd="sng" w="38100">
              <a:solidFill>
                <a:srgbClr val="C8BF96"/>
              </a:solidFill>
              <a:prstDash val="solid"/>
              <a:round/>
              <a:headEnd len="med" w="med" type="none"/>
              <a:tailEnd len="med" w="med" type="none"/>
            </a:ln>
          </p:spPr>
        </p:cxnSp>
      </p:grpSp>
      <p:grpSp>
        <p:nvGrpSpPr>
          <p:cNvPr id="438" name="Google Shape;438;p24"/>
          <p:cNvGrpSpPr/>
          <p:nvPr/>
        </p:nvGrpSpPr>
        <p:grpSpPr>
          <a:xfrm>
            <a:off x="16114813" y="2726339"/>
            <a:ext cx="2280292" cy="2400745"/>
            <a:chOff x="16372655" y="2681883"/>
            <a:chExt cx="2280292" cy="2400745"/>
          </a:xfrm>
        </p:grpSpPr>
        <p:pic>
          <p:nvPicPr>
            <p:cNvPr id="439" name="Google Shape;439;p24"/>
            <p:cNvPicPr preferRelativeResize="0"/>
            <p:nvPr/>
          </p:nvPicPr>
          <p:blipFill rotWithShape="1">
            <a:blip r:embed="rId11">
              <a:alphaModFix amt="90000"/>
            </a:blip>
            <a:srcRect b="0" l="0" r="0" t="0"/>
            <a:stretch/>
          </p:blipFill>
          <p:spPr>
            <a:xfrm>
              <a:off x="16408922" y="2681883"/>
              <a:ext cx="2244025" cy="2400745"/>
            </a:xfrm>
            <a:prstGeom prst="rect">
              <a:avLst/>
            </a:prstGeom>
            <a:noFill/>
            <a:ln>
              <a:noFill/>
            </a:ln>
            <a:effectLst>
              <a:outerShdw blurRad="444030" dir="2700000" dist="265237">
                <a:srgbClr val="000000">
                  <a:alpha val="10200"/>
                </a:srgbClr>
              </a:outerShdw>
            </a:effectLst>
          </p:spPr>
        </p:pic>
        <p:pic>
          <p:nvPicPr>
            <p:cNvPr id="440" name="Google Shape;440;p24"/>
            <p:cNvPicPr preferRelativeResize="0"/>
            <p:nvPr/>
          </p:nvPicPr>
          <p:blipFill>
            <a:blip r:embed="rId12">
              <a:alphaModFix/>
            </a:blip>
            <a:stretch>
              <a:fillRect/>
            </a:stretch>
          </p:blipFill>
          <p:spPr>
            <a:xfrm>
              <a:off x="16372655" y="2739005"/>
              <a:ext cx="2200275" cy="2286000"/>
            </a:xfrm>
            <a:prstGeom prst="rect">
              <a:avLst/>
            </a:prstGeom>
            <a:noFill/>
            <a:ln>
              <a:noFill/>
            </a:ln>
          </p:spPr>
        </p:pic>
      </p:grpSp>
      <p:pic>
        <p:nvPicPr>
          <p:cNvPr id="441" name="Google Shape;441;p24"/>
          <p:cNvPicPr preferRelativeResize="0"/>
          <p:nvPr/>
        </p:nvPicPr>
        <p:blipFill rotWithShape="1">
          <a:blip r:embed="rId11">
            <a:alphaModFix amt="90000"/>
          </a:blip>
          <a:srcRect b="0" l="0" r="0" t="0"/>
          <a:stretch/>
        </p:blipFill>
        <p:spPr>
          <a:xfrm>
            <a:off x="16577300" y="6381275"/>
            <a:ext cx="1333800" cy="2372150"/>
          </a:xfrm>
          <a:prstGeom prst="rect">
            <a:avLst/>
          </a:prstGeom>
          <a:noFill/>
          <a:ln>
            <a:noFill/>
          </a:ln>
          <a:effectLst>
            <a:outerShdw blurRad="444030" dir="2700000" dist="265237">
              <a:srgbClr val="000000">
                <a:alpha val="10200"/>
              </a:srgbClr>
            </a:outerShdw>
          </a:effectLst>
        </p:spPr>
      </p:pic>
      <p:pic>
        <p:nvPicPr>
          <p:cNvPr id="442" name="Google Shape;442;p24"/>
          <p:cNvPicPr preferRelativeResize="0"/>
          <p:nvPr/>
        </p:nvPicPr>
        <p:blipFill>
          <a:blip r:embed="rId13">
            <a:alphaModFix/>
          </a:blip>
          <a:stretch>
            <a:fillRect/>
          </a:stretch>
        </p:blipFill>
        <p:spPr>
          <a:xfrm>
            <a:off x="16837163" y="6381263"/>
            <a:ext cx="942975" cy="2238375"/>
          </a:xfrm>
          <a:prstGeom prst="rect">
            <a:avLst/>
          </a:prstGeom>
          <a:noFill/>
          <a:ln>
            <a:noFill/>
          </a:ln>
        </p:spPr>
      </p:pic>
      <p:cxnSp>
        <p:nvCxnSpPr>
          <p:cNvPr id="443" name="Google Shape;443;p24"/>
          <p:cNvCxnSpPr/>
          <p:nvPr/>
        </p:nvCxnSpPr>
        <p:spPr>
          <a:xfrm>
            <a:off x="324809" y="2880054"/>
            <a:ext cx="6152700" cy="0"/>
          </a:xfrm>
          <a:prstGeom prst="straightConnector1">
            <a:avLst/>
          </a:prstGeom>
          <a:noFill/>
          <a:ln cap="flat" cmpd="sng" w="9525">
            <a:solidFill>
              <a:srgbClr val="5B0F00"/>
            </a:solidFill>
            <a:prstDash val="solid"/>
            <a:round/>
            <a:headEnd len="med" w="med" type="none"/>
            <a:tailEnd len="med" w="med" type="none"/>
          </a:ln>
        </p:spPr>
      </p:cxnSp>
      <p:grpSp>
        <p:nvGrpSpPr>
          <p:cNvPr id="444" name="Google Shape;444;p24"/>
          <p:cNvGrpSpPr/>
          <p:nvPr/>
        </p:nvGrpSpPr>
        <p:grpSpPr>
          <a:xfrm>
            <a:off x="-106693" y="2622405"/>
            <a:ext cx="6975343" cy="7258295"/>
            <a:chOff x="-106693" y="2622405"/>
            <a:chExt cx="6975343" cy="7258295"/>
          </a:xfrm>
        </p:grpSpPr>
        <p:pic>
          <p:nvPicPr>
            <p:cNvPr id="445" name="Google Shape;445;p24"/>
            <p:cNvPicPr preferRelativeResize="0"/>
            <p:nvPr/>
          </p:nvPicPr>
          <p:blipFill rotWithShape="1">
            <a:blip r:embed="rId14">
              <a:alphaModFix/>
            </a:blip>
            <a:srcRect b="7170" l="13956" r="0" t="3087"/>
            <a:stretch/>
          </p:blipFill>
          <p:spPr>
            <a:xfrm>
              <a:off x="395925" y="2881275"/>
              <a:ext cx="6472725" cy="6205974"/>
            </a:xfrm>
            <a:prstGeom prst="rect">
              <a:avLst/>
            </a:prstGeom>
            <a:noFill/>
            <a:ln>
              <a:noFill/>
            </a:ln>
          </p:spPr>
        </p:pic>
        <p:pic>
          <p:nvPicPr>
            <p:cNvPr id="446" name="Google Shape;446;p24"/>
            <p:cNvPicPr preferRelativeResize="0"/>
            <p:nvPr/>
          </p:nvPicPr>
          <p:blipFill rotWithShape="1">
            <a:blip r:embed="rId15">
              <a:alphaModFix/>
            </a:blip>
            <a:srcRect b="0" l="4589" r="0" t="89538"/>
            <a:stretch/>
          </p:blipFill>
          <p:spPr>
            <a:xfrm>
              <a:off x="-56266" y="9140599"/>
              <a:ext cx="6749199" cy="740101"/>
            </a:xfrm>
            <a:prstGeom prst="rect">
              <a:avLst/>
            </a:prstGeom>
            <a:noFill/>
            <a:ln>
              <a:noFill/>
            </a:ln>
          </p:spPr>
        </p:pic>
        <p:sp>
          <p:nvSpPr>
            <p:cNvPr id="447" name="Google Shape;447;p24"/>
            <p:cNvSpPr txBox="1"/>
            <p:nvPr/>
          </p:nvSpPr>
          <p:spPr>
            <a:xfrm flipH="1" rot="-5400000">
              <a:off x="-387625" y="3947550"/>
              <a:ext cx="1247100" cy="40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100">
                  <a:solidFill>
                    <a:srgbClr val="783F04"/>
                  </a:solidFill>
                  <a:latin typeface="Comfortaa"/>
                  <a:ea typeface="Comfortaa"/>
                  <a:cs typeface="Comfortaa"/>
                  <a:sym typeface="Comfortaa"/>
                </a:rPr>
                <a:t>2003</a:t>
              </a:r>
              <a:endParaRPr sz="1100">
                <a:solidFill>
                  <a:srgbClr val="783F04"/>
                </a:solidFill>
                <a:latin typeface="Comfortaa"/>
                <a:ea typeface="Comfortaa"/>
                <a:cs typeface="Comfortaa"/>
                <a:sym typeface="Comfortaa"/>
              </a:endParaRPr>
            </a:p>
          </p:txBody>
        </p:sp>
        <p:sp>
          <p:nvSpPr>
            <p:cNvPr id="448" name="Google Shape;448;p24"/>
            <p:cNvSpPr txBox="1"/>
            <p:nvPr/>
          </p:nvSpPr>
          <p:spPr>
            <a:xfrm flipH="1" rot="-5400000">
              <a:off x="-387625" y="6411625"/>
              <a:ext cx="1247100" cy="40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100">
                  <a:solidFill>
                    <a:srgbClr val="783F04"/>
                  </a:solidFill>
                  <a:latin typeface="Comfortaa"/>
                  <a:ea typeface="Comfortaa"/>
                  <a:cs typeface="Comfortaa"/>
                  <a:sym typeface="Comfortaa"/>
                </a:rPr>
                <a:t>2004</a:t>
              </a:r>
              <a:endParaRPr sz="1100">
                <a:solidFill>
                  <a:srgbClr val="783F04"/>
                </a:solidFill>
                <a:latin typeface="Comfortaa"/>
                <a:ea typeface="Comfortaa"/>
                <a:cs typeface="Comfortaa"/>
                <a:sym typeface="Comfortaa"/>
              </a:endParaRPr>
            </a:p>
          </p:txBody>
        </p:sp>
        <p:sp>
          <p:nvSpPr>
            <p:cNvPr id="449" name="Google Shape;449;p24"/>
            <p:cNvSpPr txBox="1"/>
            <p:nvPr/>
          </p:nvSpPr>
          <p:spPr>
            <a:xfrm flipH="1" rot="-5400000">
              <a:off x="-349550" y="8373900"/>
              <a:ext cx="1247100" cy="40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1100">
                  <a:solidFill>
                    <a:srgbClr val="783F04"/>
                  </a:solidFill>
                  <a:latin typeface="Comfortaa"/>
                  <a:ea typeface="Comfortaa"/>
                  <a:cs typeface="Comfortaa"/>
                  <a:sym typeface="Comfortaa"/>
                </a:rPr>
                <a:t>2005</a:t>
              </a:r>
              <a:endParaRPr sz="1100">
                <a:solidFill>
                  <a:srgbClr val="783F04"/>
                </a:solidFill>
                <a:latin typeface="Comfortaa"/>
                <a:ea typeface="Comfortaa"/>
                <a:cs typeface="Comfortaa"/>
                <a:sym typeface="Comfortaa"/>
              </a:endParaRPr>
            </a:p>
          </p:txBody>
        </p:sp>
        <p:sp>
          <p:nvSpPr>
            <p:cNvPr id="450" name="Google Shape;450;p24"/>
            <p:cNvSpPr txBox="1"/>
            <p:nvPr/>
          </p:nvSpPr>
          <p:spPr>
            <a:xfrm flipH="1">
              <a:off x="-106693" y="2622405"/>
              <a:ext cx="1247100" cy="40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900">
                  <a:solidFill>
                    <a:srgbClr val="783F04"/>
                  </a:solidFill>
                  <a:latin typeface="Comfortaa"/>
                  <a:ea typeface="Comfortaa"/>
                  <a:cs typeface="Comfortaa"/>
                  <a:sym typeface="Comfortaa"/>
                </a:rPr>
                <a:t>Month</a:t>
              </a:r>
              <a:endParaRPr sz="900">
                <a:solidFill>
                  <a:srgbClr val="783F04"/>
                </a:solidFill>
                <a:latin typeface="Comfortaa"/>
                <a:ea typeface="Comfortaa"/>
                <a:cs typeface="Comfortaa"/>
                <a:sym typeface="Comfortaa"/>
              </a:endParaRPr>
            </a:p>
          </p:txBody>
        </p:sp>
        <p:sp>
          <p:nvSpPr>
            <p:cNvPr id="451" name="Google Shape;451;p24"/>
            <p:cNvSpPr txBox="1"/>
            <p:nvPr/>
          </p:nvSpPr>
          <p:spPr>
            <a:xfrm flipH="1">
              <a:off x="2353341" y="7897702"/>
              <a:ext cx="622200" cy="30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000">
                  <a:solidFill>
                    <a:srgbClr val="595959"/>
                  </a:solidFill>
                  <a:latin typeface="Comfortaa"/>
                  <a:ea typeface="Comfortaa"/>
                  <a:cs typeface="Comfortaa"/>
                  <a:sym typeface="Comfortaa"/>
                </a:rPr>
                <a:t>99</a:t>
              </a:r>
              <a:endParaRPr b="1" sz="1000">
                <a:solidFill>
                  <a:srgbClr val="595959"/>
                </a:solidFill>
                <a:latin typeface="Comfortaa"/>
                <a:ea typeface="Comfortaa"/>
                <a:cs typeface="Comfortaa"/>
                <a:sym typeface="Comfortaa"/>
              </a:endParaRPr>
            </a:p>
          </p:txBody>
        </p:sp>
        <p:sp>
          <p:nvSpPr>
            <p:cNvPr id="452" name="Google Shape;452;p24"/>
            <p:cNvSpPr txBox="1"/>
            <p:nvPr/>
          </p:nvSpPr>
          <p:spPr>
            <a:xfrm flipH="1">
              <a:off x="2461285" y="8112339"/>
              <a:ext cx="622200" cy="30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000">
                  <a:solidFill>
                    <a:srgbClr val="595959"/>
                  </a:solidFill>
                  <a:latin typeface="Comfortaa"/>
                  <a:ea typeface="Comfortaa"/>
                  <a:cs typeface="Comfortaa"/>
                  <a:sym typeface="Comfortaa"/>
                </a:rPr>
                <a:t>97</a:t>
              </a:r>
              <a:endParaRPr b="1" sz="1000">
                <a:solidFill>
                  <a:srgbClr val="595959"/>
                </a:solidFill>
                <a:latin typeface="Comfortaa"/>
                <a:ea typeface="Comfortaa"/>
                <a:cs typeface="Comfortaa"/>
                <a:sym typeface="Comfortaa"/>
              </a:endParaRPr>
            </a:p>
          </p:txBody>
        </p:sp>
        <p:sp>
          <p:nvSpPr>
            <p:cNvPr id="453" name="Google Shape;453;p24"/>
            <p:cNvSpPr txBox="1"/>
            <p:nvPr/>
          </p:nvSpPr>
          <p:spPr>
            <a:xfrm flipH="1">
              <a:off x="2560339" y="8318086"/>
              <a:ext cx="622200" cy="30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000">
                  <a:solidFill>
                    <a:srgbClr val="595959"/>
                  </a:solidFill>
                  <a:latin typeface="Comfortaa"/>
                  <a:ea typeface="Comfortaa"/>
                  <a:cs typeface="Comfortaa"/>
                  <a:sym typeface="Comfortaa"/>
                </a:rPr>
                <a:t>106</a:t>
              </a:r>
              <a:endParaRPr b="1" sz="1000">
                <a:solidFill>
                  <a:srgbClr val="595959"/>
                </a:solidFill>
                <a:latin typeface="Comfortaa"/>
                <a:ea typeface="Comfortaa"/>
                <a:cs typeface="Comfortaa"/>
                <a:sym typeface="Comfortaa"/>
              </a:endParaRPr>
            </a:p>
          </p:txBody>
        </p:sp>
        <p:sp>
          <p:nvSpPr>
            <p:cNvPr id="454" name="Google Shape;454;p24"/>
            <p:cNvSpPr txBox="1"/>
            <p:nvPr/>
          </p:nvSpPr>
          <p:spPr>
            <a:xfrm flipH="1">
              <a:off x="1956995" y="8532724"/>
              <a:ext cx="622200" cy="30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000">
                  <a:solidFill>
                    <a:srgbClr val="595959"/>
                  </a:solidFill>
                  <a:latin typeface="Comfortaa"/>
                  <a:ea typeface="Comfortaa"/>
                  <a:cs typeface="Comfortaa"/>
                  <a:sym typeface="Comfortaa"/>
                </a:rPr>
                <a:t>56</a:t>
              </a:r>
              <a:endParaRPr b="1" sz="1000">
                <a:solidFill>
                  <a:srgbClr val="595959"/>
                </a:solidFill>
                <a:latin typeface="Comfortaa"/>
                <a:ea typeface="Comfortaa"/>
                <a:cs typeface="Comfortaa"/>
                <a:sym typeface="Comfortaa"/>
              </a:endParaRPr>
            </a:p>
          </p:txBody>
        </p:sp>
        <p:sp>
          <p:nvSpPr>
            <p:cNvPr id="455" name="Google Shape;455;p24"/>
            <p:cNvSpPr txBox="1"/>
            <p:nvPr/>
          </p:nvSpPr>
          <p:spPr>
            <a:xfrm flipH="1">
              <a:off x="3011272" y="8733493"/>
              <a:ext cx="622200" cy="30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000">
                  <a:solidFill>
                    <a:srgbClr val="595959"/>
                  </a:solidFill>
                  <a:latin typeface="Comfortaa"/>
                  <a:ea typeface="Comfortaa"/>
                  <a:cs typeface="Comfortaa"/>
                  <a:sym typeface="Comfortaa"/>
                </a:rPr>
                <a:t>120</a:t>
              </a:r>
              <a:endParaRPr b="1" sz="1000">
                <a:solidFill>
                  <a:srgbClr val="595959"/>
                </a:solidFill>
                <a:latin typeface="Comfortaa"/>
                <a:ea typeface="Comfortaa"/>
                <a:cs typeface="Comfortaa"/>
                <a:sym typeface="Comfortaa"/>
              </a:endParaRPr>
            </a:p>
          </p:txBody>
        </p:sp>
      </p:grpSp>
      <p:sp>
        <p:nvSpPr>
          <p:cNvPr id="456" name="Google Shape;456;p24"/>
          <p:cNvSpPr txBox="1"/>
          <p:nvPr/>
        </p:nvSpPr>
        <p:spPr>
          <a:xfrm>
            <a:off x="7276155" y="5592362"/>
            <a:ext cx="4152000" cy="125430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None/>
            </a:pPr>
            <a:br>
              <a:rPr lang="en-US" sz="2400">
                <a:solidFill>
                  <a:srgbClr val="5B0F00"/>
                </a:solidFill>
                <a:latin typeface="Century Gothic"/>
                <a:ea typeface="Century Gothic"/>
                <a:cs typeface="Century Gothic"/>
                <a:sym typeface="Century Gothic"/>
              </a:rPr>
            </a:br>
            <a:br>
              <a:rPr lang="en-US" sz="2400">
                <a:solidFill>
                  <a:srgbClr val="5B0F00"/>
                </a:solidFill>
                <a:latin typeface="Century Gothic"/>
                <a:ea typeface="Century Gothic"/>
                <a:cs typeface="Century Gothic"/>
                <a:sym typeface="Century Gothic"/>
              </a:rPr>
            </a:br>
            <a:r>
              <a:rPr b="1" lang="en-US" sz="2400">
                <a:solidFill>
                  <a:srgbClr val="5B0F00"/>
                </a:solidFill>
                <a:latin typeface="Century Gothic"/>
                <a:ea typeface="Century Gothic"/>
                <a:cs typeface="Century Gothic"/>
                <a:sym typeface="Century Gothic"/>
              </a:rPr>
              <a:t>Deliverable</a:t>
            </a:r>
            <a:r>
              <a:rPr lang="en-US" sz="2400">
                <a:solidFill>
                  <a:srgbClr val="5B0F00"/>
                </a:solidFill>
                <a:latin typeface="Century Gothic"/>
                <a:ea typeface="Century Gothic"/>
                <a:cs typeface="Century Gothic"/>
                <a:sym typeface="Century Gothic"/>
              </a:rPr>
              <a:t>:        </a:t>
            </a:r>
            <a:endParaRPr sz="2400">
              <a:solidFill>
                <a:srgbClr val="5B0F00"/>
              </a:solidFill>
              <a:latin typeface="Century Gothic"/>
              <a:ea typeface="Century Gothic"/>
              <a:cs typeface="Century Gothic"/>
              <a:sym typeface="Century Gothic"/>
            </a:endParaRPr>
          </a:p>
          <a:p>
            <a:pPr indent="0" lvl="0" marL="457200" rtl="0" algn="l">
              <a:spcBef>
                <a:spcPts val="0"/>
              </a:spcBef>
              <a:spcAft>
                <a:spcPts val="0"/>
              </a:spcAft>
              <a:buNone/>
            </a:pPr>
            <a:r>
              <a:rPr lang="en-US" sz="2400">
                <a:solidFill>
                  <a:srgbClr val="5B0F00"/>
                </a:solidFill>
                <a:latin typeface="Century Gothic"/>
                <a:ea typeface="Century Gothic"/>
                <a:cs typeface="Century Gothic"/>
                <a:sym typeface="Century Gothic"/>
              </a:rPr>
              <a:t>Send Conversational emails on Wednesdays and Fridays to boost customer engagement in orders, and reach new customers</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l">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p:txBody>
      </p:sp>
      <p:sp>
        <p:nvSpPr>
          <p:cNvPr id="457" name="Google Shape;457;p24"/>
          <p:cNvSpPr txBox="1"/>
          <p:nvPr/>
        </p:nvSpPr>
        <p:spPr>
          <a:xfrm>
            <a:off x="11607600" y="695875"/>
            <a:ext cx="6496500" cy="906900"/>
          </a:xfrm>
          <a:prstGeom prst="rect">
            <a:avLst/>
          </a:prstGeom>
          <a:noFill/>
          <a:ln>
            <a:noFill/>
          </a:ln>
        </p:spPr>
        <p:txBody>
          <a:bodyPr anchorCtr="0" anchor="t" bIns="91425" lIns="91425" spcFirstLastPara="1" rIns="91425" wrap="square" tIns="91425">
            <a:noAutofit/>
          </a:bodyPr>
          <a:lstStyle/>
          <a:p>
            <a:pPr indent="0" lvl="0" marL="457200" rtl="0" algn="ctr">
              <a:spcBef>
                <a:spcPts val="0"/>
              </a:spcBef>
              <a:spcAft>
                <a:spcPts val="0"/>
              </a:spcAft>
              <a:buClr>
                <a:schemeClr val="dk1"/>
              </a:buClr>
              <a:buSzPts val="1100"/>
              <a:buFont typeface="Arial"/>
              <a:buNone/>
            </a:pPr>
            <a:r>
              <a:rPr lang="en-US" sz="2400">
                <a:solidFill>
                  <a:srgbClr val="5B0F00"/>
                </a:solidFill>
                <a:latin typeface="Century Gothic"/>
                <a:ea typeface="Century Gothic"/>
                <a:cs typeface="Century Gothic"/>
                <a:sym typeface="Century Gothic"/>
              </a:rPr>
              <a:t>Highest customer email engagement with conversational emails sent on  Wed and Fri</a:t>
            </a:r>
            <a:endParaRPr sz="2500">
              <a:solidFill>
                <a:srgbClr val="5B0F00"/>
              </a:solidFill>
              <a:latin typeface="Century Gothic"/>
              <a:ea typeface="Century Gothic"/>
              <a:cs typeface="Century Gothic"/>
              <a:sym typeface="Century Gothic"/>
            </a:endParaRPr>
          </a:p>
        </p:txBody>
      </p:sp>
      <p:pic>
        <p:nvPicPr>
          <p:cNvPr id="458" name="Google Shape;458;p24"/>
          <p:cNvPicPr preferRelativeResize="0"/>
          <p:nvPr/>
        </p:nvPicPr>
        <p:blipFill>
          <a:blip r:embed="rId16">
            <a:alphaModFix/>
          </a:blip>
          <a:stretch>
            <a:fillRect/>
          </a:stretch>
        </p:blipFill>
        <p:spPr>
          <a:xfrm>
            <a:off x="7090894" y="6273075"/>
            <a:ext cx="708275" cy="708275"/>
          </a:xfrm>
          <a:prstGeom prst="rect">
            <a:avLst/>
          </a:prstGeom>
          <a:noFill/>
          <a:ln>
            <a:noFill/>
          </a:ln>
        </p:spPr>
      </p:pic>
      <p:sp>
        <p:nvSpPr>
          <p:cNvPr id="459" name="Google Shape;459;p24"/>
          <p:cNvSpPr txBox="1"/>
          <p:nvPr/>
        </p:nvSpPr>
        <p:spPr>
          <a:xfrm>
            <a:off x="7160566" y="3743703"/>
            <a:ext cx="3467400" cy="755700"/>
          </a:xfrm>
          <a:prstGeom prst="rect">
            <a:avLst/>
          </a:prstGeom>
          <a:noFill/>
          <a:ln>
            <a:noFill/>
          </a:ln>
        </p:spPr>
        <p:txBody>
          <a:bodyPr anchorCtr="0" anchor="t" bIns="91425" lIns="91425" spcFirstLastPara="1" rIns="91425" wrap="square" tIns="91425">
            <a:noAutofit/>
          </a:bodyPr>
          <a:lstStyle/>
          <a:p>
            <a:pPr indent="0" lvl="0" marL="457200" rtl="0" algn="ctr">
              <a:spcBef>
                <a:spcPts val="0"/>
              </a:spcBef>
              <a:spcAft>
                <a:spcPts val="0"/>
              </a:spcAft>
              <a:buClr>
                <a:schemeClr val="dk1"/>
              </a:buClr>
              <a:buSzPts val="1100"/>
              <a:buFont typeface="Arial"/>
              <a:buNone/>
            </a:pPr>
            <a:r>
              <a:rPr lang="en-US" sz="2400">
                <a:solidFill>
                  <a:srgbClr val="7F6000"/>
                </a:solidFill>
                <a:latin typeface="Century Gothic"/>
                <a:ea typeface="Century Gothic"/>
                <a:cs typeface="Century Gothic"/>
                <a:sym typeface="Century Gothic"/>
              </a:rPr>
              <a:t>New customer engagement is decreasing while returning customers remain stable.</a:t>
            </a:r>
            <a:endParaRPr sz="3200">
              <a:solidFill>
                <a:schemeClr val="dk1"/>
              </a:solidFill>
              <a:latin typeface="Calibri"/>
              <a:ea typeface="Calibri"/>
              <a:cs typeface="Calibri"/>
              <a:sym typeface="Calibri"/>
            </a:endParaRPr>
          </a:p>
        </p:txBody>
      </p:sp>
      <p:cxnSp>
        <p:nvCxnSpPr>
          <p:cNvPr id="460" name="Google Shape;460;p24"/>
          <p:cNvCxnSpPr/>
          <p:nvPr/>
        </p:nvCxnSpPr>
        <p:spPr>
          <a:xfrm>
            <a:off x="1190050" y="1867700"/>
            <a:ext cx="16324200" cy="0"/>
          </a:xfrm>
          <a:prstGeom prst="straightConnector1">
            <a:avLst/>
          </a:prstGeom>
          <a:noFill/>
          <a:ln cap="flat" cmpd="sng" w="19050">
            <a:solidFill>
              <a:srgbClr val="5B0F00"/>
            </a:solidFill>
            <a:prstDash val="solid"/>
            <a:round/>
            <a:headEnd len="med" w="med" type="none"/>
            <a:tailEnd len="med" w="med" type="non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464" name="Shape 464"/>
        <p:cNvGrpSpPr/>
        <p:nvPr/>
      </p:nvGrpSpPr>
      <p:grpSpPr>
        <a:xfrm>
          <a:off x="0" y="0"/>
          <a:ext cx="0" cy="0"/>
          <a:chOff x="0" y="0"/>
          <a:chExt cx="0" cy="0"/>
        </a:xfrm>
      </p:grpSpPr>
      <p:pic>
        <p:nvPicPr>
          <p:cNvPr id="465" name="Google Shape;465;p25"/>
          <p:cNvPicPr preferRelativeResize="0"/>
          <p:nvPr/>
        </p:nvPicPr>
        <p:blipFill rotWithShape="1">
          <a:blip r:embed="rId3">
            <a:alphaModFix/>
          </a:blip>
          <a:srcRect b="0" l="0" r="0" t="0"/>
          <a:stretch/>
        </p:blipFill>
        <p:spPr>
          <a:xfrm rot="10800000">
            <a:off x="-5291" y="-20796"/>
            <a:ext cx="4940300" cy="2654300"/>
          </a:xfrm>
          <a:prstGeom prst="rect">
            <a:avLst/>
          </a:prstGeom>
          <a:noFill/>
          <a:ln>
            <a:noFill/>
          </a:ln>
        </p:spPr>
      </p:pic>
      <p:pic>
        <p:nvPicPr>
          <p:cNvPr id="466" name="Google Shape;466;p25"/>
          <p:cNvPicPr preferRelativeResize="0"/>
          <p:nvPr/>
        </p:nvPicPr>
        <p:blipFill rotWithShape="1">
          <a:blip r:embed="rId4">
            <a:alphaModFix/>
          </a:blip>
          <a:srcRect b="0" l="0" r="0" t="0"/>
          <a:stretch/>
        </p:blipFill>
        <p:spPr>
          <a:xfrm>
            <a:off x="1346200" y="2476500"/>
            <a:ext cx="13207999" cy="7200900"/>
          </a:xfrm>
          <a:prstGeom prst="rect">
            <a:avLst/>
          </a:prstGeom>
          <a:noFill/>
          <a:ln>
            <a:noFill/>
          </a:ln>
        </p:spPr>
      </p:pic>
      <p:pic>
        <p:nvPicPr>
          <p:cNvPr id="467" name="Google Shape;467;p25"/>
          <p:cNvPicPr preferRelativeResize="0"/>
          <p:nvPr/>
        </p:nvPicPr>
        <p:blipFill rotWithShape="1">
          <a:blip r:embed="rId5">
            <a:alphaModFix/>
          </a:blip>
          <a:srcRect b="0" l="0" r="0" t="0"/>
          <a:stretch/>
        </p:blipFill>
        <p:spPr>
          <a:xfrm>
            <a:off x="10909300" y="3568700"/>
            <a:ext cx="1219200" cy="901700"/>
          </a:xfrm>
          <a:prstGeom prst="rect">
            <a:avLst/>
          </a:prstGeom>
          <a:noFill/>
          <a:ln>
            <a:noFill/>
          </a:ln>
        </p:spPr>
      </p:pic>
      <p:pic>
        <p:nvPicPr>
          <p:cNvPr id="468" name="Google Shape;468;p25"/>
          <p:cNvPicPr preferRelativeResize="0"/>
          <p:nvPr/>
        </p:nvPicPr>
        <p:blipFill rotWithShape="1">
          <a:blip r:embed="rId6">
            <a:alphaModFix amt="90000"/>
          </a:blip>
          <a:srcRect b="0" l="0" r="0" t="0"/>
          <a:stretch/>
        </p:blipFill>
        <p:spPr>
          <a:xfrm>
            <a:off x="12115800" y="2108200"/>
            <a:ext cx="3454400" cy="3695700"/>
          </a:xfrm>
          <a:prstGeom prst="rect">
            <a:avLst/>
          </a:prstGeom>
          <a:noFill/>
          <a:ln>
            <a:noFill/>
          </a:ln>
          <a:effectLst>
            <a:outerShdw blurRad="444030" dir="2700000" dist="265237">
              <a:srgbClr val="000000">
                <a:alpha val="10196"/>
              </a:srgbClr>
            </a:outerShdw>
          </a:effectLst>
        </p:spPr>
      </p:pic>
      <p:sp>
        <p:nvSpPr>
          <p:cNvPr id="469" name="Google Shape;469;p25"/>
          <p:cNvSpPr txBox="1"/>
          <p:nvPr/>
        </p:nvSpPr>
        <p:spPr>
          <a:xfrm>
            <a:off x="12471400" y="2362200"/>
            <a:ext cx="27939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NORTH AMERICA</a:t>
            </a:r>
            <a:r>
              <a:rPr b="1" i="0" lang="en-US" sz="1500" u="none" cap="none" strike="noStrike">
                <a:solidFill>
                  <a:srgbClr val="403C29"/>
                </a:solidFill>
                <a:latin typeface="Noto Sans"/>
                <a:ea typeface="Noto Sans"/>
                <a:cs typeface="Noto Sans"/>
                <a:sym typeface="Noto Sans"/>
              </a:rPr>
              <a:t> STATUS</a:t>
            </a:r>
            <a:endParaRPr/>
          </a:p>
        </p:txBody>
      </p:sp>
      <p:sp>
        <p:nvSpPr>
          <p:cNvPr id="470" name="Google Shape;470;p25"/>
          <p:cNvSpPr txBox="1"/>
          <p:nvPr/>
        </p:nvSpPr>
        <p:spPr>
          <a:xfrm>
            <a:off x="12471400" y="2667000"/>
            <a:ext cx="3111500" cy="6731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a:t>
            </a:r>
            <a:r>
              <a:rPr b="0" i="0" lang="en-US" sz="3800" u="none" cap="none" strike="noStrike">
                <a:solidFill>
                  <a:srgbClr val="403C29"/>
                </a:solidFill>
                <a:latin typeface="Arial"/>
                <a:ea typeface="Arial"/>
                <a:cs typeface="Arial"/>
                <a:sym typeface="Arial"/>
              </a:rPr>
              <a:t>3,</a:t>
            </a:r>
            <a:r>
              <a:rPr lang="en-US" sz="3800">
                <a:solidFill>
                  <a:srgbClr val="403C29"/>
                </a:solidFill>
              </a:rPr>
              <a:t>627</a:t>
            </a:r>
            <a:r>
              <a:rPr b="0" i="0" lang="en-US" sz="3800" u="none" cap="none" strike="noStrike">
                <a:solidFill>
                  <a:srgbClr val="403C29"/>
                </a:solidFill>
                <a:latin typeface="Arial"/>
                <a:ea typeface="Arial"/>
                <a:cs typeface="Arial"/>
                <a:sym typeface="Arial"/>
              </a:rPr>
              <a:t>,</a:t>
            </a:r>
            <a:r>
              <a:rPr lang="en-US" sz="3800">
                <a:solidFill>
                  <a:srgbClr val="403C29"/>
                </a:solidFill>
              </a:rPr>
              <a:t>983</a:t>
            </a:r>
            <a:endParaRPr/>
          </a:p>
        </p:txBody>
      </p:sp>
      <p:sp>
        <p:nvSpPr>
          <p:cNvPr id="471" name="Google Shape;471;p25"/>
          <p:cNvSpPr txBox="1"/>
          <p:nvPr/>
        </p:nvSpPr>
        <p:spPr>
          <a:xfrm>
            <a:off x="12471400" y="3810000"/>
            <a:ext cx="1320800" cy="2540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472" name="Google Shape;472;p25"/>
          <p:cNvSpPr txBox="1"/>
          <p:nvPr/>
        </p:nvSpPr>
        <p:spPr>
          <a:xfrm>
            <a:off x="13970000" y="3822700"/>
            <a:ext cx="1320800" cy="2540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pic>
        <p:nvPicPr>
          <p:cNvPr id="473" name="Google Shape;473;p25"/>
          <p:cNvPicPr preferRelativeResize="0"/>
          <p:nvPr/>
        </p:nvPicPr>
        <p:blipFill rotWithShape="1">
          <a:blip r:embed="rId7">
            <a:alphaModFix/>
          </a:blip>
          <a:srcRect b="0" l="0" r="0" t="0"/>
          <a:stretch/>
        </p:blipFill>
        <p:spPr>
          <a:xfrm>
            <a:off x="12496800" y="3530600"/>
            <a:ext cx="2705100" cy="38100"/>
          </a:xfrm>
          <a:prstGeom prst="rect">
            <a:avLst/>
          </a:prstGeom>
          <a:noFill/>
          <a:ln>
            <a:noFill/>
          </a:ln>
        </p:spPr>
      </p:pic>
      <p:pic>
        <p:nvPicPr>
          <p:cNvPr id="474" name="Google Shape;474;p25"/>
          <p:cNvPicPr preferRelativeResize="0"/>
          <p:nvPr/>
        </p:nvPicPr>
        <p:blipFill rotWithShape="1">
          <a:blip r:embed="rId8">
            <a:alphaModFix/>
          </a:blip>
          <a:srcRect b="0" l="0" r="0" t="0"/>
          <a:stretch/>
        </p:blipFill>
        <p:spPr>
          <a:xfrm flipH="1" rot="-5400000">
            <a:off x="1285325" y="3803650"/>
            <a:ext cx="1828800" cy="901700"/>
          </a:xfrm>
          <a:prstGeom prst="rect">
            <a:avLst/>
          </a:prstGeom>
          <a:noFill/>
          <a:ln>
            <a:noFill/>
          </a:ln>
        </p:spPr>
      </p:pic>
      <p:pic>
        <p:nvPicPr>
          <p:cNvPr id="475" name="Google Shape;475;p25"/>
          <p:cNvPicPr preferRelativeResize="0"/>
          <p:nvPr/>
        </p:nvPicPr>
        <p:blipFill rotWithShape="1">
          <a:blip r:embed="rId9">
            <a:alphaModFix/>
          </a:blip>
          <a:srcRect b="0" l="0" r="0" t="0"/>
          <a:stretch/>
        </p:blipFill>
        <p:spPr>
          <a:xfrm>
            <a:off x="2362200" y="4686300"/>
            <a:ext cx="533400" cy="533400"/>
          </a:xfrm>
          <a:prstGeom prst="rect">
            <a:avLst/>
          </a:prstGeom>
          <a:noFill/>
          <a:ln>
            <a:noFill/>
          </a:ln>
        </p:spPr>
      </p:pic>
      <p:pic>
        <p:nvPicPr>
          <p:cNvPr id="476" name="Google Shape;476;p25"/>
          <p:cNvPicPr preferRelativeResize="0"/>
          <p:nvPr/>
        </p:nvPicPr>
        <p:blipFill rotWithShape="1">
          <a:blip r:embed="rId10">
            <a:alphaModFix/>
          </a:blip>
          <a:srcRect b="0" l="0" r="0" t="0"/>
          <a:stretch/>
        </p:blipFill>
        <p:spPr>
          <a:xfrm>
            <a:off x="2641600" y="3904125"/>
            <a:ext cx="368300" cy="368300"/>
          </a:xfrm>
          <a:prstGeom prst="rect">
            <a:avLst/>
          </a:prstGeom>
          <a:noFill/>
          <a:ln>
            <a:noFill/>
          </a:ln>
        </p:spPr>
      </p:pic>
      <p:pic>
        <p:nvPicPr>
          <p:cNvPr id="477" name="Google Shape;477;p25"/>
          <p:cNvPicPr preferRelativeResize="0"/>
          <p:nvPr/>
        </p:nvPicPr>
        <p:blipFill rotWithShape="1">
          <a:blip r:embed="rId10">
            <a:alphaModFix/>
          </a:blip>
          <a:srcRect b="0" l="0" r="0" t="0"/>
          <a:stretch/>
        </p:blipFill>
        <p:spPr>
          <a:xfrm>
            <a:off x="6946900" y="5295900"/>
            <a:ext cx="368300" cy="368300"/>
          </a:xfrm>
          <a:prstGeom prst="rect">
            <a:avLst/>
          </a:prstGeom>
          <a:noFill/>
          <a:ln>
            <a:noFill/>
          </a:ln>
        </p:spPr>
      </p:pic>
      <p:pic>
        <p:nvPicPr>
          <p:cNvPr id="478" name="Google Shape;478;p25"/>
          <p:cNvPicPr preferRelativeResize="0"/>
          <p:nvPr/>
        </p:nvPicPr>
        <p:blipFill rotWithShape="1">
          <a:blip r:embed="rId10">
            <a:alphaModFix/>
          </a:blip>
          <a:srcRect b="0" l="0" r="0" t="0"/>
          <a:stretch/>
        </p:blipFill>
        <p:spPr>
          <a:xfrm>
            <a:off x="7162800" y="7912100"/>
            <a:ext cx="368300" cy="368300"/>
          </a:xfrm>
          <a:prstGeom prst="rect">
            <a:avLst/>
          </a:prstGeom>
          <a:noFill/>
          <a:ln>
            <a:noFill/>
          </a:ln>
        </p:spPr>
      </p:pic>
      <p:sp>
        <p:nvSpPr>
          <p:cNvPr id="479" name="Google Shape;479;p25"/>
          <p:cNvSpPr txBox="1"/>
          <p:nvPr/>
        </p:nvSpPr>
        <p:spPr>
          <a:xfrm>
            <a:off x="2362200" y="4247025"/>
            <a:ext cx="927000" cy="2286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sz="1300">
                <a:solidFill>
                  <a:srgbClr val="403C29"/>
                </a:solidFill>
                <a:latin typeface="Noto Sans"/>
                <a:ea typeface="Noto Sans"/>
                <a:cs typeface="Noto Sans"/>
                <a:sym typeface="Noto Sans"/>
              </a:rPr>
              <a:t>UK</a:t>
            </a:r>
            <a:endParaRPr/>
          </a:p>
        </p:txBody>
      </p:sp>
      <p:sp>
        <p:nvSpPr>
          <p:cNvPr id="480" name="Google Shape;480;p25"/>
          <p:cNvSpPr txBox="1"/>
          <p:nvPr/>
        </p:nvSpPr>
        <p:spPr>
          <a:xfrm>
            <a:off x="1167543" y="4686300"/>
            <a:ext cx="1333500" cy="3303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sz="1900">
                <a:solidFill>
                  <a:srgbClr val="403C29"/>
                </a:solidFill>
                <a:latin typeface="Noto Sans"/>
                <a:ea typeface="Noto Sans"/>
                <a:cs typeface="Noto Sans"/>
                <a:sym typeface="Noto Sans"/>
              </a:rPr>
              <a:t>FRANCE</a:t>
            </a:r>
            <a:endParaRPr/>
          </a:p>
        </p:txBody>
      </p:sp>
      <p:sp>
        <p:nvSpPr>
          <p:cNvPr id="481" name="Google Shape;481;p25"/>
          <p:cNvSpPr txBox="1"/>
          <p:nvPr/>
        </p:nvSpPr>
        <p:spPr>
          <a:xfrm>
            <a:off x="6680200" y="5626100"/>
            <a:ext cx="914400" cy="2286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i="0" lang="en-US" sz="1300" u="none" cap="none" strike="noStrike">
                <a:solidFill>
                  <a:srgbClr val="403C29"/>
                </a:solidFill>
                <a:latin typeface="Noto Sans"/>
                <a:ea typeface="Noto Sans"/>
                <a:cs typeface="Noto Sans"/>
                <a:sym typeface="Noto Sans"/>
              </a:rPr>
              <a:t>JAPAN</a:t>
            </a:r>
            <a:endParaRPr/>
          </a:p>
        </p:txBody>
      </p:sp>
      <p:sp>
        <p:nvSpPr>
          <p:cNvPr id="482" name="Google Shape;482;p25"/>
          <p:cNvSpPr txBox="1"/>
          <p:nvPr/>
        </p:nvSpPr>
        <p:spPr>
          <a:xfrm>
            <a:off x="6781800" y="8267700"/>
            <a:ext cx="1155700" cy="2286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i="0" lang="en-US" sz="1300" u="none" cap="none" strike="noStrike">
                <a:solidFill>
                  <a:srgbClr val="403C29"/>
                </a:solidFill>
                <a:latin typeface="Noto Sans"/>
                <a:ea typeface="Noto Sans"/>
                <a:cs typeface="Noto Sans"/>
                <a:sym typeface="Noto Sans"/>
              </a:rPr>
              <a:t>AUSTRALIA</a:t>
            </a:r>
            <a:endParaRPr/>
          </a:p>
        </p:txBody>
      </p:sp>
      <p:pic>
        <p:nvPicPr>
          <p:cNvPr id="483" name="Google Shape;483;p25"/>
          <p:cNvPicPr preferRelativeResize="0"/>
          <p:nvPr/>
        </p:nvPicPr>
        <p:blipFill rotWithShape="1">
          <a:blip r:embed="rId9">
            <a:alphaModFix/>
          </a:blip>
          <a:srcRect b="0" l="0" r="0" t="0"/>
          <a:stretch/>
        </p:blipFill>
        <p:spPr>
          <a:xfrm>
            <a:off x="10965550" y="4460075"/>
            <a:ext cx="533400" cy="533400"/>
          </a:xfrm>
          <a:prstGeom prst="rect">
            <a:avLst/>
          </a:prstGeom>
          <a:noFill/>
          <a:ln>
            <a:noFill/>
          </a:ln>
        </p:spPr>
      </p:pic>
      <p:sp>
        <p:nvSpPr>
          <p:cNvPr id="484" name="Google Shape;484;p25"/>
          <p:cNvSpPr txBox="1"/>
          <p:nvPr/>
        </p:nvSpPr>
        <p:spPr>
          <a:xfrm>
            <a:off x="9860650" y="5077519"/>
            <a:ext cx="2793900" cy="33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900">
                <a:solidFill>
                  <a:srgbClr val="403C29"/>
                </a:solidFill>
                <a:latin typeface="Noto Sans"/>
                <a:ea typeface="Noto Sans"/>
                <a:cs typeface="Noto Sans"/>
                <a:sym typeface="Noto Sans"/>
              </a:rPr>
              <a:t>NORTH</a:t>
            </a:r>
            <a:endParaRPr b="1" sz="1900">
              <a:solidFill>
                <a:srgbClr val="403C29"/>
              </a:solidFill>
              <a:latin typeface="Noto Sans"/>
              <a:ea typeface="Noto Sans"/>
              <a:cs typeface="Noto Sans"/>
              <a:sym typeface="Noto Sans"/>
            </a:endParaRPr>
          </a:p>
          <a:p>
            <a:pPr indent="0" lvl="0" marL="0" marR="0" rtl="0" algn="ctr">
              <a:lnSpc>
                <a:spcPct val="100000"/>
              </a:lnSpc>
              <a:spcBef>
                <a:spcPts val="0"/>
              </a:spcBef>
              <a:spcAft>
                <a:spcPts val="0"/>
              </a:spcAft>
              <a:buNone/>
            </a:pPr>
            <a:r>
              <a:rPr b="1" i="0" lang="en-US" sz="1900" u="none" cap="none" strike="noStrike">
                <a:solidFill>
                  <a:srgbClr val="403C29"/>
                </a:solidFill>
                <a:latin typeface="Noto Sans"/>
                <a:ea typeface="Noto Sans"/>
                <a:cs typeface="Noto Sans"/>
                <a:sym typeface="Noto Sans"/>
              </a:rPr>
              <a:t>AMERICA</a:t>
            </a:r>
            <a:endParaRPr/>
          </a:p>
        </p:txBody>
      </p:sp>
      <p:grpSp>
        <p:nvGrpSpPr>
          <p:cNvPr id="485" name="Google Shape;485;p25"/>
          <p:cNvGrpSpPr/>
          <p:nvPr/>
        </p:nvGrpSpPr>
        <p:grpSpPr>
          <a:xfrm>
            <a:off x="224975" y="124750"/>
            <a:ext cx="3479800" cy="3695700"/>
            <a:chOff x="1841500" y="2971800"/>
            <a:chExt cx="3479800" cy="3695700"/>
          </a:xfrm>
        </p:grpSpPr>
        <p:pic>
          <p:nvPicPr>
            <p:cNvPr id="486" name="Google Shape;486;p25"/>
            <p:cNvPicPr preferRelativeResize="0"/>
            <p:nvPr/>
          </p:nvPicPr>
          <p:blipFill rotWithShape="1">
            <a:blip r:embed="rId6">
              <a:alphaModFix amt="90000"/>
            </a:blip>
            <a:srcRect b="0" l="0" r="0" t="0"/>
            <a:stretch/>
          </p:blipFill>
          <p:spPr>
            <a:xfrm>
              <a:off x="1841500" y="2971800"/>
              <a:ext cx="3454400" cy="3695700"/>
            </a:xfrm>
            <a:prstGeom prst="rect">
              <a:avLst/>
            </a:prstGeom>
            <a:noFill/>
            <a:ln>
              <a:noFill/>
            </a:ln>
            <a:effectLst>
              <a:outerShdw blurRad="444030" dir="2700000" dist="265237">
                <a:srgbClr val="000000">
                  <a:alpha val="10196"/>
                </a:srgbClr>
              </a:outerShdw>
            </a:effectLst>
          </p:spPr>
        </p:pic>
        <p:sp>
          <p:nvSpPr>
            <p:cNvPr id="487" name="Google Shape;487;p25"/>
            <p:cNvSpPr txBox="1"/>
            <p:nvPr/>
          </p:nvSpPr>
          <p:spPr>
            <a:xfrm>
              <a:off x="2197100" y="3251200"/>
              <a:ext cx="1803400" cy="2540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FRANCE</a:t>
              </a:r>
              <a:r>
                <a:rPr b="1" i="0" lang="en-US" sz="1500" u="none" cap="none" strike="noStrike">
                  <a:solidFill>
                    <a:srgbClr val="403C29"/>
                  </a:solidFill>
                  <a:latin typeface="Noto Sans"/>
                  <a:ea typeface="Noto Sans"/>
                  <a:cs typeface="Noto Sans"/>
                  <a:sym typeface="Noto Sans"/>
                </a:rPr>
                <a:t> STATUS</a:t>
              </a:r>
              <a:endParaRPr/>
            </a:p>
          </p:txBody>
        </p:sp>
        <p:sp>
          <p:nvSpPr>
            <p:cNvPr id="488" name="Google Shape;488;p25"/>
            <p:cNvSpPr txBox="1"/>
            <p:nvPr/>
          </p:nvSpPr>
          <p:spPr>
            <a:xfrm>
              <a:off x="2209800" y="3568700"/>
              <a:ext cx="3111500" cy="6731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$1,110,916</a:t>
              </a:r>
              <a:endParaRPr/>
            </a:p>
          </p:txBody>
        </p:sp>
        <p:sp>
          <p:nvSpPr>
            <p:cNvPr id="489" name="Google Shape;489;p25"/>
            <p:cNvSpPr txBox="1"/>
            <p:nvPr/>
          </p:nvSpPr>
          <p:spPr>
            <a:xfrm>
              <a:off x="2197100" y="4711700"/>
              <a:ext cx="1320800" cy="2540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490" name="Google Shape;490;p25"/>
            <p:cNvSpPr txBox="1"/>
            <p:nvPr/>
          </p:nvSpPr>
          <p:spPr>
            <a:xfrm>
              <a:off x="3695700" y="4724400"/>
              <a:ext cx="1320800" cy="2540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grpSp>
      <p:pic>
        <p:nvPicPr>
          <p:cNvPr id="491" name="Google Shape;491;p25"/>
          <p:cNvPicPr preferRelativeResize="0"/>
          <p:nvPr/>
        </p:nvPicPr>
        <p:blipFill rotWithShape="1">
          <a:blip r:embed="rId11">
            <a:alphaModFix/>
          </a:blip>
          <a:srcRect b="0" l="0" r="0" t="0"/>
          <a:stretch/>
        </p:blipFill>
        <p:spPr>
          <a:xfrm>
            <a:off x="7594600" y="7759700"/>
            <a:ext cx="1739900" cy="495300"/>
          </a:xfrm>
          <a:prstGeom prst="rect">
            <a:avLst/>
          </a:prstGeom>
          <a:noFill/>
          <a:ln>
            <a:noFill/>
          </a:ln>
        </p:spPr>
      </p:pic>
      <p:sp>
        <p:nvSpPr>
          <p:cNvPr id="492" name="Google Shape;492;p25"/>
          <p:cNvSpPr txBox="1"/>
          <p:nvPr/>
        </p:nvSpPr>
        <p:spPr>
          <a:xfrm>
            <a:off x="7950200" y="7785100"/>
            <a:ext cx="1244600" cy="3048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700">
                <a:solidFill>
                  <a:srgbClr val="EFEBDC"/>
                </a:solidFill>
              </a:rPr>
              <a:t>630,623</a:t>
            </a:r>
            <a:endParaRPr/>
          </a:p>
        </p:txBody>
      </p:sp>
      <p:pic>
        <p:nvPicPr>
          <p:cNvPr id="493" name="Google Shape;493;p25"/>
          <p:cNvPicPr preferRelativeResize="0"/>
          <p:nvPr/>
        </p:nvPicPr>
        <p:blipFill rotWithShape="1">
          <a:blip r:embed="rId12">
            <a:alphaModFix/>
          </a:blip>
          <a:srcRect b="0" l="0" r="0" t="0"/>
          <a:stretch/>
        </p:blipFill>
        <p:spPr>
          <a:xfrm>
            <a:off x="7708900" y="7759700"/>
            <a:ext cx="342900" cy="342900"/>
          </a:xfrm>
          <a:prstGeom prst="rect">
            <a:avLst/>
          </a:prstGeom>
          <a:noFill/>
          <a:ln>
            <a:noFill/>
          </a:ln>
        </p:spPr>
      </p:pic>
      <p:pic>
        <p:nvPicPr>
          <p:cNvPr id="494" name="Google Shape;494;p25"/>
          <p:cNvPicPr preferRelativeResize="0"/>
          <p:nvPr/>
        </p:nvPicPr>
        <p:blipFill rotWithShape="1">
          <a:blip r:embed="rId13">
            <a:alphaModFix/>
          </a:blip>
          <a:srcRect b="0" l="0" r="0" t="0"/>
          <a:stretch/>
        </p:blipFill>
        <p:spPr>
          <a:xfrm>
            <a:off x="7416800" y="5207000"/>
            <a:ext cx="1600200" cy="495300"/>
          </a:xfrm>
          <a:prstGeom prst="rect">
            <a:avLst/>
          </a:prstGeom>
          <a:noFill/>
          <a:ln>
            <a:noFill/>
          </a:ln>
        </p:spPr>
      </p:pic>
      <p:sp>
        <p:nvSpPr>
          <p:cNvPr id="495" name="Google Shape;495;p25"/>
          <p:cNvSpPr txBox="1"/>
          <p:nvPr/>
        </p:nvSpPr>
        <p:spPr>
          <a:xfrm>
            <a:off x="7683500" y="5232400"/>
            <a:ext cx="1244600" cy="3048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700">
                <a:solidFill>
                  <a:srgbClr val="EFEBDC"/>
                </a:solidFill>
              </a:rPr>
              <a:t>188,168</a:t>
            </a:r>
            <a:endParaRPr/>
          </a:p>
        </p:txBody>
      </p:sp>
      <p:pic>
        <p:nvPicPr>
          <p:cNvPr id="496" name="Google Shape;496;p25"/>
          <p:cNvPicPr preferRelativeResize="0"/>
          <p:nvPr/>
        </p:nvPicPr>
        <p:blipFill rotWithShape="1">
          <a:blip r:embed="rId12">
            <a:alphaModFix/>
          </a:blip>
          <a:srcRect b="0" l="0" r="0" t="0"/>
          <a:stretch/>
        </p:blipFill>
        <p:spPr>
          <a:xfrm>
            <a:off x="7531100" y="5207000"/>
            <a:ext cx="342900" cy="342900"/>
          </a:xfrm>
          <a:prstGeom prst="rect">
            <a:avLst/>
          </a:prstGeom>
          <a:noFill/>
          <a:ln>
            <a:noFill/>
          </a:ln>
        </p:spPr>
      </p:pic>
      <p:grpSp>
        <p:nvGrpSpPr>
          <p:cNvPr id="497" name="Google Shape;497;p25"/>
          <p:cNvGrpSpPr/>
          <p:nvPr/>
        </p:nvGrpSpPr>
        <p:grpSpPr>
          <a:xfrm>
            <a:off x="6464300" y="6813550"/>
            <a:ext cx="1765300" cy="495300"/>
            <a:chOff x="6146700" y="6083300"/>
            <a:chExt cx="1765300" cy="495300"/>
          </a:xfrm>
        </p:grpSpPr>
        <p:pic>
          <p:nvPicPr>
            <p:cNvPr id="498" name="Google Shape;498;p25"/>
            <p:cNvPicPr preferRelativeResize="0"/>
            <p:nvPr/>
          </p:nvPicPr>
          <p:blipFill rotWithShape="1">
            <a:blip r:embed="rId14">
              <a:alphaModFix/>
            </a:blip>
            <a:srcRect b="0" l="0" r="0" t="0"/>
            <a:stretch/>
          </p:blipFill>
          <p:spPr>
            <a:xfrm>
              <a:off x="6146700" y="6083300"/>
              <a:ext cx="1765300" cy="495300"/>
            </a:xfrm>
            <a:prstGeom prst="rect">
              <a:avLst/>
            </a:prstGeom>
            <a:noFill/>
            <a:ln>
              <a:noFill/>
            </a:ln>
          </p:spPr>
        </p:pic>
        <p:sp>
          <p:nvSpPr>
            <p:cNvPr id="499" name="Google Shape;499;p25"/>
            <p:cNvSpPr txBox="1"/>
            <p:nvPr/>
          </p:nvSpPr>
          <p:spPr>
            <a:xfrm>
              <a:off x="6553050" y="6248400"/>
              <a:ext cx="1244700" cy="3048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0" i="0" lang="en-US" sz="1700" u="none" cap="none" strike="noStrike">
                  <a:solidFill>
                    <a:srgbClr val="EFEBDC"/>
                  </a:solidFill>
                  <a:latin typeface="Arial"/>
                  <a:ea typeface="Arial"/>
                  <a:cs typeface="Arial"/>
                  <a:sym typeface="Arial"/>
                </a:rPr>
                <a:t>2</a:t>
              </a:r>
              <a:r>
                <a:rPr lang="en-US" sz="1700">
                  <a:solidFill>
                    <a:srgbClr val="EFEBDC"/>
                  </a:solidFill>
                </a:rPr>
                <a:t>88,488</a:t>
              </a:r>
              <a:endParaRPr/>
            </a:p>
          </p:txBody>
        </p:sp>
        <p:pic>
          <p:nvPicPr>
            <p:cNvPr id="500" name="Google Shape;500;p25"/>
            <p:cNvPicPr preferRelativeResize="0"/>
            <p:nvPr/>
          </p:nvPicPr>
          <p:blipFill rotWithShape="1">
            <a:blip r:embed="rId12">
              <a:alphaModFix/>
            </a:blip>
            <a:srcRect b="0" l="0" r="0" t="0"/>
            <a:stretch/>
          </p:blipFill>
          <p:spPr>
            <a:xfrm>
              <a:off x="6260950" y="6235700"/>
              <a:ext cx="342900" cy="342900"/>
            </a:xfrm>
            <a:prstGeom prst="rect">
              <a:avLst/>
            </a:prstGeom>
            <a:noFill/>
            <a:ln>
              <a:noFill/>
            </a:ln>
          </p:spPr>
        </p:pic>
      </p:grpSp>
      <p:pic>
        <p:nvPicPr>
          <p:cNvPr id="501" name="Google Shape;501;p25"/>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502" name="Google Shape;502;p25"/>
          <p:cNvSpPr txBox="1"/>
          <p:nvPr/>
        </p:nvSpPr>
        <p:spPr>
          <a:xfrm>
            <a:off x="3854800" y="381000"/>
            <a:ext cx="104808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b="0" i="0" lang="en-US" sz="6000" u="none" cap="none" strike="noStrike">
                <a:solidFill>
                  <a:srgbClr val="403C29"/>
                </a:solidFill>
                <a:latin typeface="Arial"/>
                <a:ea typeface="Arial"/>
                <a:cs typeface="Arial"/>
                <a:sym typeface="Arial"/>
              </a:rPr>
              <a:t>R</a:t>
            </a:r>
            <a:r>
              <a:rPr lang="en-US" sz="6000">
                <a:solidFill>
                  <a:srgbClr val="403C29"/>
                </a:solidFill>
              </a:rPr>
              <a:t>egional Sales Performance</a:t>
            </a:r>
            <a:endParaRPr/>
          </a:p>
        </p:txBody>
      </p:sp>
      <p:sp>
        <p:nvSpPr>
          <p:cNvPr id="503" name="Google Shape;503;p25"/>
          <p:cNvSpPr txBox="1"/>
          <p:nvPr/>
        </p:nvSpPr>
        <p:spPr>
          <a:xfrm>
            <a:off x="16662400" y="1079500"/>
            <a:ext cx="762000" cy="635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3600">
                <a:solidFill>
                  <a:srgbClr val="BBB288"/>
                </a:solidFill>
                <a:latin typeface="Noto Sans Thin"/>
                <a:ea typeface="Noto Sans Thin"/>
                <a:cs typeface="Noto Sans Thin"/>
                <a:sym typeface="Noto Sans Thin"/>
              </a:rPr>
              <a:t>11</a:t>
            </a:r>
            <a:endParaRPr/>
          </a:p>
        </p:txBody>
      </p:sp>
      <p:sp>
        <p:nvSpPr>
          <p:cNvPr id="504" name="Google Shape;504;p25"/>
          <p:cNvSpPr txBox="1"/>
          <p:nvPr/>
        </p:nvSpPr>
        <p:spPr>
          <a:xfrm>
            <a:off x="10477500" y="7251700"/>
            <a:ext cx="4940300" cy="2794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t/>
            </a:r>
            <a:endParaRPr/>
          </a:p>
        </p:txBody>
      </p:sp>
      <p:sp>
        <p:nvSpPr>
          <p:cNvPr id="505" name="Google Shape;505;p25"/>
          <p:cNvSpPr txBox="1"/>
          <p:nvPr/>
        </p:nvSpPr>
        <p:spPr>
          <a:xfrm rot="-5400000">
            <a:off x="14503400" y="4699000"/>
            <a:ext cx="5067300" cy="2159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200">
                <a:solidFill>
                  <a:srgbClr val="BBB288"/>
                </a:solidFill>
                <a:latin typeface="Noto Sans"/>
                <a:ea typeface="Noto Sans"/>
                <a:cs typeface="Noto Sans"/>
                <a:sym typeface="Noto Sans"/>
              </a:rPr>
              <a:t>Regional Sales Performance</a:t>
            </a:r>
            <a:endParaRPr/>
          </a:p>
        </p:txBody>
      </p:sp>
      <p:sp>
        <p:nvSpPr>
          <p:cNvPr id="506" name="Google Shape;506;p25"/>
          <p:cNvSpPr txBox="1"/>
          <p:nvPr/>
        </p:nvSpPr>
        <p:spPr>
          <a:xfrm>
            <a:off x="10477500" y="7308850"/>
            <a:ext cx="5092800" cy="1987500"/>
          </a:xfrm>
          <a:prstGeom prst="rect">
            <a:avLst/>
          </a:prstGeom>
          <a:solidFill>
            <a:srgbClr val="AAA17D">
              <a:alpha val="50629"/>
            </a:srgbClr>
          </a:solidFill>
          <a:ln cap="flat" cmpd="sng" w="9525">
            <a:solidFill>
              <a:srgbClr val="746B42"/>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a:solidFill>
                  <a:srgbClr val="746B42"/>
                </a:solidFill>
                <a:latin typeface="Century Gothic"/>
                <a:ea typeface="Century Gothic"/>
                <a:cs typeface="Century Gothic"/>
                <a:sym typeface="Century Gothic"/>
              </a:rPr>
              <a:t>North America, Spain, and France are our biggest </a:t>
            </a:r>
            <a:r>
              <a:rPr lang="en-US">
                <a:solidFill>
                  <a:srgbClr val="746B42"/>
                </a:solidFill>
                <a:latin typeface="Century Gothic"/>
                <a:ea typeface="Century Gothic"/>
                <a:cs typeface="Century Gothic"/>
                <a:sym typeface="Century Gothic"/>
              </a:rPr>
              <a:t>contributors</a:t>
            </a:r>
            <a:r>
              <a:rPr lang="en-US">
                <a:solidFill>
                  <a:srgbClr val="746B42"/>
                </a:solidFill>
                <a:latin typeface="Century Gothic"/>
                <a:ea typeface="Century Gothic"/>
                <a:cs typeface="Century Gothic"/>
                <a:sym typeface="Century Gothic"/>
              </a:rPr>
              <a:t> to order quantities and profits. They prioritize the purchasing of Classic Cars, Vintage Cars, and Motorcycles. We would like to look at their sister countries and reach into the untapped markets based on our main contributors preferences</a:t>
            </a:r>
            <a:endParaRPr>
              <a:solidFill>
                <a:srgbClr val="746B42"/>
              </a:solidFill>
              <a:latin typeface="Century Gothic"/>
              <a:ea typeface="Century Gothic"/>
              <a:cs typeface="Century Gothic"/>
              <a:sym typeface="Century Gothic"/>
            </a:endParaRPr>
          </a:p>
        </p:txBody>
      </p:sp>
      <p:pic>
        <p:nvPicPr>
          <p:cNvPr id="507" name="Google Shape;507;p25"/>
          <p:cNvPicPr preferRelativeResize="0"/>
          <p:nvPr/>
        </p:nvPicPr>
        <p:blipFill>
          <a:blip r:embed="rId15">
            <a:alphaModFix/>
          </a:blip>
          <a:stretch>
            <a:fillRect/>
          </a:stretch>
        </p:blipFill>
        <p:spPr>
          <a:xfrm>
            <a:off x="13754100" y="4205288"/>
            <a:ext cx="1231900" cy="1077913"/>
          </a:xfrm>
          <a:prstGeom prst="rect">
            <a:avLst/>
          </a:prstGeom>
          <a:noFill/>
          <a:ln>
            <a:noFill/>
          </a:ln>
        </p:spPr>
      </p:pic>
      <p:pic>
        <p:nvPicPr>
          <p:cNvPr id="508" name="Google Shape;508;p25"/>
          <p:cNvPicPr preferRelativeResize="0"/>
          <p:nvPr/>
        </p:nvPicPr>
        <p:blipFill rotWithShape="1">
          <a:blip r:embed="rId8">
            <a:alphaModFix/>
          </a:blip>
          <a:srcRect b="0" l="0" r="0" t="0"/>
          <a:stretch/>
        </p:blipFill>
        <p:spPr>
          <a:xfrm flipH="1" rot="5615465">
            <a:off x="1446303" y="5920371"/>
            <a:ext cx="1828800" cy="901700"/>
          </a:xfrm>
          <a:prstGeom prst="rect">
            <a:avLst/>
          </a:prstGeom>
          <a:noFill/>
          <a:ln>
            <a:noFill/>
          </a:ln>
        </p:spPr>
      </p:pic>
      <p:pic>
        <p:nvPicPr>
          <p:cNvPr id="509" name="Google Shape;509;p25"/>
          <p:cNvPicPr preferRelativeResize="0"/>
          <p:nvPr/>
        </p:nvPicPr>
        <p:blipFill rotWithShape="1">
          <a:blip r:embed="rId9">
            <a:alphaModFix/>
          </a:blip>
          <a:srcRect b="0" l="0" r="0" t="0"/>
          <a:stretch/>
        </p:blipFill>
        <p:spPr>
          <a:xfrm>
            <a:off x="1752600" y="5041950"/>
            <a:ext cx="533400" cy="533400"/>
          </a:xfrm>
          <a:prstGeom prst="rect">
            <a:avLst/>
          </a:prstGeom>
          <a:noFill/>
          <a:ln>
            <a:noFill/>
          </a:ln>
        </p:spPr>
      </p:pic>
      <p:sp>
        <p:nvSpPr>
          <p:cNvPr id="510" name="Google Shape;510;p25"/>
          <p:cNvSpPr txBox="1"/>
          <p:nvPr/>
        </p:nvSpPr>
        <p:spPr>
          <a:xfrm>
            <a:off x="812800" y="5143500"/>
            <a:ext cx="1333500" cy="3303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sz="1900">
                <a:solidFill>
                  <a:srgbClr val="403C29"/>
                </a:solidFill>
                <a:latin typeface="Noto Sans"/>
                <a:ea typeface="Noto Sans"/>
                <a:cs typeface="Noto Sans"/>
                <a:sym typeface="Noto Sans"/>
              </a:rPr>
              <a:t>SPAIN</a:t>
            </a:r>
            <a:endParaRPr/>
          </a:p>
        </p:txBody>
      </p:sp>
      <p:grpSp>
        <p:nvGrpSpPr>
          <p:cNvPr id="511" name="Google Shape;511;p25"/>
          <p:cNvGrpSpPr/>
          <p:nvPr/>
        </p:nvGrpSpPr>
        <p:grpSpPr>
          <a:xfrm>
            <a:off x="152400" y="6248400"/>
            <a:ext cx="3479900" cy="3695700"/>
            <a:chOff x="1841500" y="2971800"/>
            <a:chExt cx="3479900" cy="3695700"/>
          </a:xfrm>
        </p:grpSpPr>
        <p:pic>
          <p:nvPicPr>
            <p:cNvPr id="512" name="Google Shape;512;p25"/>
            <p:cNvPicPr preferRelativeResize="0"/>
            <p:nvPr/>
          </p:nvPicPr>
          <p:blipFill rotWithShape="1">
            <a:blip r:embed="rId6">
              <a:alphaModFix amt="90000"/>
            </a:blip>
            <a:srcRect b="0" l="0" r="0" t="0"/>
            <a:stretch/>
          </p:blipFill>
          <p:spPr>
            <a:xfrm>
              <a:off x="1841500" y="2971800"/>
              <a:ext cx="3454400" cy="3695700"/>
            </a:xfrm>
            <a:prstGeom prst="rect">
              <a:avLst/>
            </a:prstGeom>
            <a:noFill/>
            <a:ln>
              <a:noFill/>
            </a:ln>
            <a:effectLst>
              <a:outerShdw blurRad="444030" dir="2700000" dist="265237">
                <a:srgbClr val="000000">
                  <a:alpha val="10200"/>
                </a:srgbClr>
              </a:outerShdw>
            </a:effectLst>
          </p:spPr>
        </p:pic>
        <p:sp>
          <p:nvSpPr>
            <p:cNvPr id="513" name="Google Shape;513;p25"/>
            <p:cNvSpPr txBox="1"/>
            <p:nvPr/>
          </p:nvSpPr>
          <p:spPr>
            <a:xfrm>
              <a:off x="2197100" y="3251200"/>
              <a:ext cx="18033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i="0" lang="en-US" sz="1500" u="none" cap="none" strike="noStrike">
                  <a:solidFill>
                    <a:srgbClr val="403C29"/>
                  </a:solidFill>
                  <a:latin typeface="Noto Sans"/>
                  <a:ea typeface="Noto Sans"/>
                  <a:cs typeface="Noto Sans"/>
                  <a:sym typeface="Noto Sans"/>
                </a:rPr>
                <a:t>S</a:t>
              </a:r>
              <a:r>
                <a:rPr b="1" lang="en-US" sz="1500">
                  <a:solidFill>
                    <a:srgbClr val="403C29"/>
                  </a:solidFill>
                  <a:latin typeface="Noto Sans"/>
                  <a:ea typeface="Noto Sans"/>
                  <a:cs typeface="Noto Sans"/>
                  <a:sym typeface="Noto Sans"/>
                </a:rPr>
                <a:t>PAIN</a:t>
              </a:r>
              <a:r>
                <a:rPr b="1" i="0" lang="en-US" sz="1500" u="none" cap="none" strike="noStrike">
                  <a:solidFill>
                    <a:srgbClr val="403C29"/>
                  </a:solidFill>
                  <a:latin typeface="Noto Sans"/>
                  <a:ea typeface="Noto Sans"/>
                  <a:cs typeface="Noto Sans"/>
                  <a:sym typeface="Noto Sans"/>
                </a:rPr>
                <a:t> STATUS</a:t>
              </a:r>
              <a:endParaRPr/>
            </a:p>
          </p:txBody>
        </p:sp>
        <p:sp>
          <p:nvSpPr>
            <p:cNvPr id="514" name="Google Shape;514;p25"/>
            <p:cNvSpPr txBox="1"/>
            <p:nvPr/>
          </p:nvSpPr>
          <p:spPr>
            <a:xfrm>
              <a:off x="2209800" y="3568700"/>
              <a:ext cx="3111600" cy="6732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$1,215,686</a:t>
              </a:r>
              <a:endParaRPr/>
            </a:p>
          </p:txBody>
        </p:sp>
        <p:sp>
          <p:nvSpPr>
            <p:cNvPr id="515" name="Google Shape;515;p25"/>
            <p:cNvSpPr txBox="1"/>
            <p:nvPr/>
          </p:nvSpPr>
          <p:spPr>
            <a:xfrm>
              <a:off x="2197100" y="4711700"/>
              <a:ext cx="13209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516" name="Google Shape;516;p25"/>
            <p:cNvSpPr txBox="1"/>
            <p:nvPr/>
          </p:nvSpPr>
          <p:spPr>
            <a:xfrm>
              <a:off x="3695700" y="4724400"/>
              <a:ext cx="1320900" cy="2541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grpSp>
      <p:pic>
        <p:nvPicPr>
          <p:cNvPr id="517" name="Google Shape;517;p25"/>
          <p:cNvPicPr preferRelativeResize="0"/>
          <p:nvPr/>
        </p:nvPicPr>
        <p:blipFill rotWithShape="1">
          <a:blip r:embed="rId10">
            <a:alphaModFix/>
          </a:blip>
          <a:srcRect b="0" l="0" r="0" t="0"/>
          <a:stretch/>
        </p:blipFill>
        <p:spPr>
          <a:xfrm>
            <a:off x="6376700" y="6340100"/>
            <a:ext cx="368300" cy="368300"/>
          </a:xfrm>
          <a:prstGeom prst="rect">
            <a:avLst/>
          </a:prstGeom>
          <a:noFill/>
          <a:ln>
            <a:noFill/>
          </a:ln>
        </p:spPr>
      </p:pic>
      <p:sp>
        <p:nvSpPr>
          <p:cNvPr id="518" name="Google Shape;518;p25"/>
          <p:cNvSpPr txBox="1"/>
          <p:nvPr/>
        </p:nvSpPr>
        <p:spPr>
          <a:xfrm>
            <a:off x="6068271" y="6644295"/>
            <a:ext cx="927000" cy="2286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300">
                <a:solidFill>
                  <a:srgbClr val="403C29"/>
                </a:solidFill>
                <a:latin typeface="Noto Sans"/>
                <a:ea typeface="Noto Sans"/>
                <a:cs typeface="Noto Sans"/>
                <a:sym typeface="Noto Sans"/>
              </a:rPr>
              <a:t>Singapore</a:t>
            </a:r>
            <a:endParaRPr/>
          </a:p>
        </p:txBody>
      </p:sp>
      <p:grpSp>
        <p:nvGrpSpPr>
          <p:cNvPr id="519" name="Google Shape;519;p25"/>
          <p:cNvGrpSpPr/>
          <p:nvPr/>
        </p:nvGrpSpPr>
        <p:grpSpPr>
          <a:xfrm>
            <a:off x="2867950" y="4356100"/>
            <a:ext cx="1765300" cy="495300"/>
            <a:chOff x="6146700" y="6083300"/>
            <a:chExt cx="1765300" cy="495300"/>
          </a:xfrm>
        </p:grpSpPr>
        <p:pic>
          <p:nvPicPr>
            <p:cNvPr id="520" name="Google Shape;520;p25"/>
            <p:cNvPicPr preferRelativeResize="0"/>
            <p:nvPr/>
          </p:nvPicPr>
          <p:blipFill rotWithShape="1">
            <a:blip r:embed="rId14">
              <a:alphaModFix/>
            </a:blip>
            <a:srcRect b="0" l="0" r="0" t="0"/>
            <a:stretch/>
          </p:blipFill>
          <p:spPr>
            <a:xfrm>
              <a:off x="6146700" y="6083300"/>
              <a:ext cx="1765300" cy="495300"/>
            </a:xfrm>
            <a:prstGeom prst="rect">
              <a:avLst/>
            </a:prstGeom>
            <a:noFill/>
            <a:ln>
              <a:noFill/>
            </a:ln>
          </p:spPr>
        </p:pic>
        <p:sp>
          <p:nvSpPr>
            <p:cNvPr id="521" name="Google Shape;521;p25"/>
            <p:cNvSpPr txBox="1"/>
            <p:nvPr/>
          </p:nvSpPr>
          <p:spPr>
            <a:xfrm>
              <a:off x="6553050" y="6248400"/>
              <a:ext cx="1244700" cy="3048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700">
                  <a:solidFill>
                    <a:srgbClr val="EFEBDC"/>
                  </a:solidFill>
                </a:rPr>
                <a:t>478,880</a:t>
              </a:r>
              <a:endParaRPr/>
            </a:p>
          </p:txBody>
        </p:sp>
        <p:pic>
          <p:nvPicPr>
            <p:cNvPr id="522" name="Google Shape;522;p25"/>
            <p:cNvPicPr preferRelativeResize="0"/>
            <p:nvPr/>
          </p:nvPicPr>
          <p:blipFill rotWithShape="1">
            <a:blip r:embed="rId12">
              <a:alphaModFix/>
            </a:blip>
            <a:srcRect b="0" l="0" r="0" t="0"/>
            <a:stretch/>
          </p:blipFill>
          <p:spPr>
            <a:xfrm>
              <a:off x="6260950" y="6235700"/>
              <a:ext cx="342900" cy="342900"/>
            </a:xfrm>
            <a:prstGeom prst="rect">
              <a:avLst/>
            </a:prstGeom>
            <a:noFill/>
            <a:ln>
              <a:noFill/>
            </a:ln>
          </p:spPr>
        </p:pic>
      </p:grpSp>
      <p:pic>
        <p:nvPicPr>
          <p:cNvPr id="523" name="Google Shape;523;p25"/>
          <p:cNvPicPr preferRelativeResize="0"/>
          <p:nvPr/>
        </p:nvPicPr>
        <p:blipFill>
          <a:blip r:embed="rId16">
            <a:alphaModFix/>
          </a:blip>
          <a:stretch>
            <a:fillRect/>
          </a:stretch>
        </p:blipFill>
        <p:spPr>
          <a:xfrm>
            <a:off x="1951600" y="2191550"/>
            <a:ext cx="1219200" cy="1219200"/>
          </a:xfrm>
          <a:prstGeom prst="rect">
            <a:avLst/>
          </a:prstGeom>
          <a:noFill/>
          <a:ln>
            <a:noFill/>
          </a:ln>
        </p:spPr>
      </p:pic>
      <p:pic>
        <p:nvPicPr>
          <p:cNvPr id="524" name="Google Shape;524;p25"/>
          <p:cNvPicPr preferRelativeResize="0"/>
          <p:nvPr/>
        </p:nvPicPr>
        <p:blipFill rotWithShape="1">
          <a:blip r:embed="rId17">
            <a:alphaModFix/>
          </a:blip>
          <a:srcRect b="0" l="0" r="0" t="9674"/>
          <a:stretch/>
        </p:blipFill>
        <p:spPr>
          <a:xfrm>
            <a:off x="1604992" y="8382000"/>
            <a:ext cx="1912408" cy="1155700"/>
          </a:xfrm>
          <a:prstGeom prst="rect">
            <a:avLst/>
          </a:prstGeom>
          <a:noFill/>
          <a:ln>
            <a:noFill/>
          </a:ln>
        </p:spPr>
      </p:pic>
      <p:pic>
        <p:nvPicPr>
          <p:cNvPr id="525" name="Google Shape;525;p25"/>
          <p:cNvPicPr preferRelativeResize="0"/>
          <p:nvPr/>
        </p:nvPicPr>
        <p:blipFill>
          <a:blip r:embed="rId18">
            <a:alphaModFix/>
          </a:blip>
          <a:stretch>
            <a:fillRect/>
          </a:stretch>
        </p:blipFill>
        <p:spPr>
          <a:xfrm>
            <a:off x="12247500" y="4129261"/>
            <a:ext cx="1451088" cy="1609377"/>
          </a:xfrm>
          <a:prstGeom prst="rect">
            <a:avLst/>
          </a:prstGeom>
          <a:noFill/>
          <a:ln>
            <a:noFill/>
          </a:ln>
        </p:spPr>
      </p:pic>
      <p:pic>
        <p:nvPicPr>
          <p:cNvPr id="526" name="Google Shape;526;p25"/>
          <p:cNvPicPr preferRelativeResize="0"/>
          <p:nvPr/>
        </p:nvPicPr>
        <p:blipFill>
          <a:blip r:embed="rId19">
            <a:alphaModFix/>
          </a:blip>
          <a:stretch>
            <a:fillRect/>
          </a:stretch>
        </p:blipFill>
        <p:spPr>
          <a:xfrm>
            <a:off x="357275" y="2191544"/>
            <a:ext cx="1244600" cy="1475082"/>
          </a:xfrm>
          <a:prstGeom prst="rect">
            <a:avLst/>
          </a:prstGeom>
          <a:noFill/>
          <a:ln>
            <a:noFill/>
          </a:ln>
        </p:spPr>
      </p:pic>
      <p:pic>
        <p:nvPicPr>
          <p:cNvPr id="527" name="Google Shape;527;p25"/>
          <p:cNvPicPr preferRelativeResize="0"/>
          <p:nvPr/>
        </p:nvPicPr>
        <p:blipFill rotWithShape="1">
          <a:blip r:embed="rId7">
            <a:alphaModFix/>
          </a:blip>
          <a:srcRect b="0" l="0" r="0" t="0"/>
          <a:stretch/>
        </p:blipFill>
        <p:spPr>
          <a:xfrm>
            <a:off x="481750" y="7573550"/>
            <a:ext cx="2705100" cy="38100"/>
          </a:xfrm>
          <a:prstGeom prst="rect">
            <a:avLst/>
          </a:prstGeom>
          <a:noFill/>
          <a:ln>
            <a:noFill/>
          </a:ln>
        </p:spPr>
      </p:pic>
      <p:pic>
        <p:nvPicPr>
          <p:cNvPr id="528" name="Google Shape;528;p25"/>
          <p:cNvPicPr preferRelativeResize="0"/>
          <p:nvPr/>
        </p:nvPicPr>
        <p:blipFill>
          <a:blip r:embed="rId20">
            <a:alphaModFix/>
          </a:blip>
          <a:stretch>
            <a:fillRect/>
          </a:stretch>
        </p:blipFill>
        <p:spPr>
          <a:xfrm>
            <a:off x="357274" y="8321078"/>
            <a:ext cx="1244600" cy="1466248"/>
          </a:xfrm>
          <a:prstGeom prst="rect">
            <a:avLst/>
          </a:prstGeom>
          <a:noFill/>
          <a:ln>
            <a:noFill/>
          </a:ln>
        </p:spPr>
      </p:pic>
      <p:pic>
        <p:nvPicPr>
          <p:cNvPr id="529" name="Google Shape;529;p25"/>
          <p:cNvPicPr preferRelativeResize="0"/>
          <p:nvPr/>
        </p:nvPicPr>
        <p:blipFill rotWithShape="1">
          <a:blip r:embed="rId7">
            <a:alphaModFix/>
          </a:blip>
          <a:srcRect b="0" l="0" r="0" t="0"/>
          <a:stretch/>
        </p:blipFill>
        <p:spPr>
          <a:xfrm>
            <a:off x="481750" y="1447800"/>
            <a:ext cx="2705100" cy="38100"/>
          </a:xfrm>
          <a:prstGeom prst="rect">
            <a:avLst/>
          </a:prstGeom>
          <a:noFill/>
          <a:ln>
            <a:noFill/>
          </a:ln>
        </p:spPr>
      </p:pic>
      <p:pic>
        <p:nvPicPr>
          <p:cNvPr id="530" name="Google Shape;530;p25"/>
          <p:cNvPicPr preferRelativeResize="0"/>
          <p:nvPr/>
        </p:nvPicPr>
        <p:blipFill rotWithShape="1">
          <a:blip r:embed="rId21">
            <a:alphaModFix/>
          </a:blip>
          <a:srcRect b="3975" l="0" r="0" t="0"/>
          <a:stretch/>
        </p:blipFill>
        <p:spPr>
          <a:xfrm>
            <a:off x="15598775" y="7357975"/>
            <a:ext cx="1200150" cy="12987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534" name="Shape 534"/>
        <p:cNvGrpSpPr/>
        <p:nvPr/>
      </p:nvGrpSpPr>
      <p:grpSpPr>
        <a:xfrm>
          <a:off x="0" y="0"/>
          <a:ext cx="0" cy="0"/>
          <a:chOff x="0" y="0"/>
          <a:chExt cx="0" cy="0"/>
        </a:xfrm>
      </p:grpSpPr>
      <p:pic>
        <p:nvPicPr>
          <p:cNvPr id="535" name="Google Shape;535;p26"/>
          <p:cNvPicPr preferRelativeResize="0"/>
          <p:nvPr/>
        </p:nvPicPr>
        <p:blipFill rotWithShape="1">
          <a:blip r:embed="rId3">
            <a:alphaModFix/>
          </a:blip>
          <a:srcRect b="0" l="0" r="0" t="0"/>
          <a:stretch/>
        </p:blipFill>
        <p:spPr>
          <a:xfrm rot="10800000">
            <a:off x="152400" y="-57900"/>
            <a:ext cx="4940300" cy="2654300"/>
          </a:xfrm>
          <a:prstGeom prst="rect">
            <a:avLst/>
          </a:prstGeom>
          <a:noFill/>
          <a:ln>
            <a:noFill/>
          </a:ln>
        </p:spPr>
      </p:pic>
      <p:pic>
        <p:nvPicPr>
          <p:cNvPr id="536" name="Google Shape;536;p26"/>
          <p:cNvPicPr preferRelativeResize="0"/>
          <p:nvPr/>
        </p:nvPicPr>
        <p:blipFill rotWithShape="1">
          <a:blip r:embed="rId4">
            <a:alphaModFix/>
          </a:blip>
          <a:srcRect b="0" l="0" r="0" t="0"/>
          <a:stretch/>
        </p:blipFill>
        <p:spPr>
          <a:xfrm>
            <a:off x="1374025" y="2522375"/>
            <a:ext cx="13207999" cy="7200900"/>
          </a:xfrm>
          <a:prstGeom prst="rect">
            <a:avLst/>
          </a:prstGeom>
          <a:noFill/>
          <a:ln>
            <a:noFill/>
          </a:ln>
        </p:spPr>
      </p:pic>
      <p:pic>
        <p:nvPicPr>
          <p:cNvPr id="537" name="Google Shape;537;p26"/>
          <p:cNvPicPr preferRelativeResize="0"/>
          <p:nvPr/>
        </p:nvPicPr>
        <p:blipFill rotWithShape="1">
          <a:blip r:embed="rId5">
            <a:alphaModFix/>
          </a:blip>
          <a:srcRect b="0" l="0" r="0" t="0"/>
          <a:stretch/>
        </p:blipFill>
        <p:spPr>
          <a:xfrm flipH="1" rot="-5400000">
            <a:off x="1486772" y="2985924"/>
            <a:ext cx="1828800" cy="901700"/>
          </a:xfrm>
          <a:prstGeom prst="rect">
            <a:avLst/>
          </a:prstGeom>
          <a:noFill/>
          <a:ln>
            <a:noFill/>
          </a:ln>
        </p:spPr>
      </p:pic>
      <p:sp>
        <p:nvSpPr>
          <p:cNvPr id="538" name="Google Shape;538;p26"/>
          <p:cNvSpPr txBox="1"/>
          <p:nvPr/>
        </p:nvSpPr>
        <p:spPr>
          <a:xfrm>
            <a:off x="2362200" y="4293405"/>
            <a:ext cx="927000" cy="2286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sz="1300">
                <a:solidFill>
                  <a:srgbClr val="403C29"/>
                </a:solidFill>
                <a:latin typeface="Noto Sans"/>
                <a:ea typeface="Noto Sans"/>
                <a:cs typeface="Noto Sans"/>
                <a:sym typeface="Noto Sans"/>
              </a:rPr>
              <a:t>UK</a:t>
            </a:r>
            <a:endParaRPr/>
          </a:p>
        </p:txBody>
      </p:sp>
      <p:sp>
        <p:nvSpPr>
          <p:cNvPr id="539" name="Google Shape;539;p26"/>
          <p:cNvSpPr txBox="1"/>
          <p:nvPr/>
        </p:nvSpPr>
        <p:spPr>
          <a:xfrm>
            <a:off x="1473193" y="4787850"/>
            <a:ext cx="1333500" cy="3303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sz="1200">
                <a:solidFill>
                  <a:srgbClr val="403C29"/>
                </a:solidFill>
                <a:latin typeface="Noto Sans"/>
                <a:ea typeface="Noto Sans"/>
                <a:cs typeface="Noto Sans"/>
                <a:sym typeface="Noto Sans"/>
              </a:rPr>
              <a:t>FRANCE</a:t>
            </a:r>
            <a:endParaRPr sz="700"/>
          </a:p>
        </p:txBody>
      </p:sp>
      <p:sp>
        <p:nvSpPr>
          <p:cNvPr id="540" name="Google Shape;540;p26"/>
          <p:cNvSpPr txBox="1"/>
          <p:nvPr/>
        </p:nvSpPr>
        <p:spPr>
          <a:xfrm>
            <a:off x="6680200" y="5626100"/>
            <a:ext cx="914400" cy="2286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i="0" lang="en-US" sz="1300" u="none" cap="none" strike="noStrike">
                <a:solidFill>
                  <a:srgbClr val="403C29"/>
                </a:solidFill>
                <a:latin typeface="Noto Sans"/>
                <a:ea typeface="Noto Sans"/>
                <a:cs typeface="Noto Sans"/>
                <a:sym typeface="Noto Sans"/>
              </a:rPr>
              <a:t>JAPAN</a:t>
            </a:r>
            <a:endParaRPr/>
          </a:p>
        </p:txBody>
      </p:sp>
      <p:sp>
        <p:nvSpPr>
          <p:cNvPr id="541" name="Google Shape;541;p26"/>
          <p:cNvSpPr txBox="1"/>
          <p:nvPr/>
        </p:nvSpPr>
        <p:spPr>
          <a:xfrm>
            <a:off x="6237561" y="8089900"/>
            <a:ext cx="1155600" cy="2286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i="0" lang="en-US" sz="1300" u="none" cap="none" strike="noStrike">
                <a:solidFill>
                  <a:srgbClr val="403C29"/>
                </a:solidFill>
                <a:latin typeface="Noto Sans"/>
                <a:ea typeface="Noto Sans"/>
                <a:cs typeface="Noto Sans"/>
                <a:sym typeface="Noto Sans"/>
              </a:rPr>
              <a:t>AUSTRALIA</a:t>
            </a:r>
            <a:endParaRPr/>
          </a:p>
        </p:txBody>
      </p:sp>
      <p:sp>
        <p:nvSpPr>
          <p:cNvPr id="542" name="Google Shape;542;p26"/>
          <p:cNvSpPr txBox="1"/>
          <p:nvPr/>
        </p:nvSpPr>
        <p:spPr>
          <a:xfrm>
            <a:off x="9860650" y="5077519"/>
            <a:ext cx="2793900" cy="330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a:solidFill>
                  <a:srgbClr val="403C29"/>
                </a:solidFill>
                <a:latin typeface="Noto Sans"/>
                <a:ea typeface="Noto Sans"/>
                <a:cs typeface="Noto Sans"/>
                <a:sym typeface="Noto Sans"/>
              </a:rPr>
              <a:t>NORTH</a:t>
            </a:r>
            <a:endParaRPr b="1" sz="1200">
              <a:solidFill>
                <a:srgbClr val="403C29"/>
              </a:solidFill>
              <a:latin typeface="Noto Sans"/>
              <a:ea typeface="Noto Sans"/>
              <a:cs typeface="Noto Sans"/>
              <a:sym typeface="Noto Sans"/>
            </a:endParaRPr>
          </a:p>
          <a:p>
            <a:pPr indent="0" lvl="0" marL="0" marR="0" rtl="0" algn="ctr">
              <a:lnSpc>
                <a:spcPct val="100000"/>
              </a:lnSpc>
              <a:spcBef>
                <a:spcPts val="0"/>
              </a:spcBef>
              <a:spcAft>
                <a:spcPts val="0"/>
              </a:spcAft>
              <a:buNone/>
            </a:pPr>
            <a:r>
              <a:rPr b="1" i="0" lang="en-US" sz="1200" u="none" cap="none" strike="noStrike">
                <a:solidFill>
                  <a:srgbClr val="403C29"/>
                </a:solidFill>
                <a:latin typeface="Noto Sans"/>
                <a:ea typeface="Noto Sans"/>
                <a:cs typeface="Noto Sans"/>
                <a:sym typeface="Noto Sans"/>
              </a:rPr>
              <a:t>AMERICA</a:t>
            </a:r>
            <a:endParaRPr sz="700"/>
          </a:p>
        </p:txBody>
      </p:sp>
      <p:grpSp>
        <p:nvGrpSpPr>
          <p:cNvPr id="543" name="Google Shape;543;p26"/>
          <p:cNvGrpSpPr/>
          <p:nvPr/>
        </p:nvGrpSpPr>
        <p:grpSpPr>
          <a:xfrm>
            <a:off x="224975" y="124750"/>
            <a:ext cx="3479900" cy="3695700"/>
            <a:chOff x="1841500" y="2971800"/>
            <a:chExt cx="3479900" cy="3695700"/>
          </a:xfrm>
        </p:grpSpPr>
        <p:pic>
          <p:nvPicPr>
            <p:cNvPr id="544" name="Google Shape;544;p26"/>
            <p:cNvPicPr preferRelativeResize="0"/>
            <p:nvPr/>
          </p:nvPicPr>
          <p:blipFill rotWithShape="1">
            <a:blip r:embed="rId6">
              <a:alphaModFix amt="90000"/>
            </a:blip>
            <a:srcRect b="0" l="0" r="0" t="0"/>
            <a:stretch/>
          </p:blipFill>
          <p:spPr>
            <a:xfrm>
              <a:off x="1841500" y="2971800"/>
              <a:ext cx="3454400" cy="3695700"/>
            </a:xfrm>
            <a:prstGeom prst="rect">
              <a:avLst/>
            </a:prstGeom>
            <a:noFill/>
            <a:ln>
              <a:noFill/>
            </a:ln>
            <a:effectLst>
              <a:outerShdw blurRad="444030" dir="2700000" dist="265237">
                <a:srgbClr val="000000">
                  <a:alpha val="10200"/>
                </a:srgbClr>
              </a:outerShdw>
            </a:effectLst>
          </p:spPr>
        </p:pic>
        <p:sp>
          <p:nvSpPr>
            <p:cNvPr id="545" name="Google Shape;545;p26"/>
            <p:cNvSpPr txBox="1"/>
            <p:nvPr/>
          </p:nvSpPr>
          <p:spPr>
            <a:xfrm>
              <a:off x="2197100" y="3251200"/>
              <a:ext cx="18033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UK</a:t>
              </a:r>
              <a:r>
                <a:rPr b="1" i="0" lang="en-US" sz="1500" u="none" cap="none" strike="noStrike">
                  <a:solidFill>
                    <a:srgbClr val="403C29"/>
                  </a:solidFill>
                  <a:latin typeface="Noto Sans"/>
                  <a:ea typeface="Noto Sans"/>
                  <a:cs typeface="Noto Sans"/>
                  <a:sym typeface="Noto Sans"/>
                </a:rPr>
                <a:t> STATUS</a:t>
              </a:r>
              <a:endParaRPr/>
            </a:p>
          </p:txBody>
        </p:sp>
        <p:sp>
          <p:nvSpPr>
            <p:cNvPr id="546" name="Google Shape;546;p26"/>
            <p:cNvSpPr txBox="1"/>
            <p:nvPr/>
          </p:nvSpPr>
          <p:spPr>
            <a:xfrm>
              <a:off x="2209800" y="3568700"/>
              <a:ext cx="3111600" cy="6732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$478,880</a:t>
              </a:r>
              <a:endParaRPr/>
            </a:p>
          </p:txBody>
        </p:sp>
        <p:sp>
          <p:nvSpPr>
            <p:cNvPr id="547" name="Google Shape;547;p26"/>
            <p:cNvSpPr txBox="1"/>
            <p:nvPr/>
          </p:nvSpPr>
          <p:spPr>
            <a:xfrm>
              <a:off x="2197100" y="4711700"/>
              <a:ext cx="13209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548" name="Google Shape;548;p26"/>
            <p:cNvSpPr txBox="1"/>
            <p:nvPr/>
          </p:nvSpPr>
          <p:spPr>
            <a:xfrm>
              <a:off x="3695700" y="4724400"/>
              <a:ext cx="1320900" cy="2541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grpSp>
      <p:pic>
        <p:nvPicPr>
          <p:cNvPr id="549" name="Google Shape;549;p26"/>
          <p:cNvPicPr preferRelativeResize="0"/>
          <p:nvPr/>
        </p:nvPicPr>
        <p:blipFill rotWithShape="1">
          <a:blip r:embed="rId7">
            <a:alphaModFix/>
          </a:blip>
          <a:srcRect b="0" l="0" r="0" t="0"/>
          <a:stretch/>
        </p:blipFill>
        <p:spPr>
          <a:xfrm>
            <a:off x="7708900" y="7759700"/>
            <a:ext cx="342900" cy="342900"/>
          </a:xfrm>
          <a:prstGeom prst="rect">
            <a:avLst/>
          </a:prstGeom>
          <a:noFill/>
          <a:ln>
            <a:noFill/>
          </a:ln>
        </p:spPr>
      </p:pic>
      <p:sp>
        <p:nvSpPr>
          <p:cNvPr id="550" name="Google Shape;550;p26"/>
          <p:cNvSpPr txBox="1"/>
          <p:nvPr/>
        </p:nvSpPr>
        <p:spPr>
          <a:xfrm>
            <a:off x="7683500" y="5232400"/>
            <a:ext cx="1244700" cy="3048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700">
                <a:solidFill>
                  <a:srgbClr val="EFEBDC"/>
                </a:solidFill>
              </a:rPr>
              <a:t>188,168</a:t>
            </a:r>
            <a:endParaRPr/>
          </a:p>
        </p:txBody>
      </p:sp>
      <p:pic>
        <p:nvPicPr>
          <p:cNvPr id="551" name="Google Shape;551;p26"/>
          <p:cNvPicPr preferRelativeResize="0"/>
          <p:nvPr/>
        </p:nvPicPr>
        <p:blipFill rotWithShape="1">
          <a:blip r:embed="rId7">
            <a:alphaModFix/>
          </a:blip>
          <a:srcRect b="0" l="0" r="0" t="0"/>
          <a:stretch/>
        </p:blipFill>
        <p:spPr>
          <a:xfrm>
            <a:off x="7531100" y="5207000"/>
            <a:ext cx="342900" cy="342900"/>
          </a:xfrm>
          <a:prstGeom prst="rect">
            <a:avLst/>
          </a:prstGeom>
          <a:noFill/>
          <a:ln>
            <a:noFill/>
          </a:ln>
        </p:spPr>
      </p:pic>
      <p:pic>
        <p:nvPicPr>
          <p:cNvPr id="552" name="Google Shape;552;p26"/>
          <p:cNvPicPr preferRelativeResize="0"/>
          <p:nvPr/>
        </p:nvPicPr>
        <p:blipFill rotWithShape="1">
          <a:blip r:embed="rId3">
            <a:alphaModFix/>
          </a:blip>
          <a:srcRect b="0" l="0" r="0" t="0"/>
          <a:stretch/>
        </p:blipFill>
        <p:spPr>
          <a:xfrm>
            <a:off x="13347700" y="7632700"/>
            <a:ext cx="4940300" cy="2654300"/>
          </a:xfrm>
          <a:prstGeom prst="rect">
            <a:avLst/>
          </a:prstGeom>
          <a:noFill/>
          <a:ln>
            <a:noFill/>
          </a:ln>
        </p:spPr>
      </p:pic>
      <p:sp>
        <p:nvSpPr>
          <p:cNvPr id="553" name="Google Shape;553;p26"/>
          <p:cNvSpPr txBox="1"/>
          <p:nvPr/>
        </p:nvSpPr>
        <p:spPr>
          <a:xfrm>
            <a:off x="16662400" y="1079500"/>
            <a:ext cx="762000" cy="6351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3600">
                <a:solidFill>
                  <a:srgbClr val="BBB288"/>
                </a:solidFill>
                <a:latin typeface="Noto Sans Thin"/>
                <a:ea typeface="Noto Sans Thin"/>
                <a:cs typeface="Noto Sans Thin"/>
                <a:sym typeface="Noto Sans Thin"/>
              </a:rPr>
              <a:t>12</a:t>
            </a:r>
            <a:endParaRPr/>
          </a:p>
        </p:txBody>
      </p:sp>
      <p:sp>
        <p:nvSpPr>
          <p:cNvPr id="554" name="Google Shape;554;p26"/>
          <p:cNvSpPr txBox="1"/>
          <p:nvPr/>
        </p:nvSpPr>
        <p:spPr>
          <a:xfrm>
            <a:off x="10477500" y="7251700"/>
            <a:ext cx="4940400" cy="2793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t/>
            </a:r>
            <a:endParaRPr/>
          </a:p>
        </p:txBody>
      </p:sp>
      <p:sp>
        <p:nvSpPr>
          <p:cNvPr id="555" name="Google Shape;555;p26"/>
          <p:cNvSpPr txBox="1"/>
          <p:nvPr/>
        </p:nvSpPr>
        <p:spPr>
          <a:xfrm rot="-5400000">
            <a:off x="14503450" y="4698950"/>
            <a:ext cx="5067300" cy="216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200">
                <a:solidFill>
                  <a:srgbClr val="BBB288"/>
                </a:solidFill>
                <a:latin typeface="Noto Sans"/>
                <a:ea typeface="Noto Sans"/>
                <a:cs typeface="Noto Sans"/>
                <a:sym typeface="Noto Sans"/>
              </a:rPr>
              <a:t>Regional Sales Performance</a:t>
            </a:r>
            <a:endParaRPr/>
          </a:p>
        </p:txBody>
      </p:sp>
      <p:sp>
        <p:nvSpPr>
          <p:cNvPr id="556" name="Google Shape;556;p26"/>
          <p:cNvSpPr txBox="1"/>
          <p:nvPr/>
        </p:nvSpPr>
        <p:spPr>
          <a:xfrm>
            <a:off x="348200" y="7873125"/>
            <a:ext cx="5092800" cy="1987500"/>
          </a:xfrm>
          <a:prstGeom prst="rect">
            <a:avLst/>
          </a:prstGeom>
          <a:solidFill>
            <a:srgbClr val="AAA17D">
              <a:alpha val="50629"/>
            </a:srgbClr>
          </a:solidFill>
          <a:ln cap="flat" cmpd="sng" w="9525">
            <a:solidFill>
              <a:srgbClr val="746B42"/>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a:solidFill>
                  <a:srgbClr val="746B42"/>
                </a:solidFill>
                <a:latin typeface="Century Gothic"/>
                <a:ea typeface="Century Gothic"/>
                <a:cs typeface="Century Gothic"/>
                <a:sym typeface="Century Gothic"/>
              </a:rPr>
              <a:t>UK:</a:t>
            </a:r>
            <a:r>
              <a:rPr lang="en-US">
                <a:solidFill>
                  <a:srgbClr val="746B42"/>
                </a:solidFill>
                <a:latin typeface="Century Gothic"/>
                <a:ea typeface="Century Gothic"/>
                <a:cs typeface="Century Gothic"/>
                <a:sym typeface="Century Gothic"/>
              </a:rPr>
              <a:t> Planes and Ships</a:t>
            </a:r>
            <a:endParaRPr>
              <a:solidFill>
                <a:srgbClr val="746B42"/>
              </a:solidFill>
              <a:latin typeface="Century Gothic"/>
              <a:ea typeface="Century Gothic"/>
              <a:cs typeface="Century Gothic"/>
              <a:sym typeface="Century Gothic"/>
            </a:endParaRPr>
          </a:p>
          <a:p>
            <a:pPr indent="0" lvl="0" marL="0" marR="0" rtl="0" algn="ctr">
              <a:lnSpc>
                <a:spcPct val="141100"/>
              </a:lnSpc>
              <a:spcBef>
                <a:spcPts val="0"/>
              </a:spcBef>
              <a:spcAft>
                <a:spcPts val="0"/>
              </a:spcAft>
              <a:buNone/>
            </a:pPr>
            <a:r>
              <a:rPr b="1" lang="en-US">
                <a:solidFill>
                  <a:srgbClr val="746B42"/>
                </a:solidFill>
                <a:latin typeface="Century Gothic"/>
                <a:ea typeface="Century Gothic"/>
                <a:cs typeface="Century Gothic"/>
                <a:sym typeface="Century Gothic"/>
              </a:rPr>
              <a:t>Japan:</a:t>
            </a:r>
            <a:r>
              <a:rPr lang="en-US">
                <a:solidFill>
                  <a:srgbClr val="746B42"/>
                </a:solidFill>
                <a:latin typeface="Century Gothic"/>
                <a:ea typeface="Century Gothic"/>
                <a:cs typeface="Century Gothic"/>
                <a:sym typeface="Century Gothic"/>
              </a:rPr>
              <a:t> Planes and Motorcycles</a:t>
            </a:r>
            <a:endParaRPr>
              <a:solidFill>
                <a:srgbClr val="746B42"/>
              </a:solidFill>
              <a:latin typeface="Century Gothic"/>
              <a:ea typeface="Century Gothic"/>
              <a:cs typeface="Century Gothic"/>
              <a:sym typeface="Century Gothic"/>
            </a:endParaRPr>
          </a:p>
          <a:p>
            <a:pPr indent="0" lvl="0" marL="0" marR="0" rtl="0" algn="ctr">
              <a:lnSpc>
                <a:spcPct val="141100"/>
              </a:lnSpc>
              <a:spcBef>
                <a:spcPts val="0"/>
              </a:spcBef>
              <a:spcAft>
                <a:spcPts val="0"/>
              </a:spcAft>
              <a:buNone/>
            </a:pPr>
            <a:r>
              <a:rPr b="1" lang="en-US">
                <a:solidFill>
                  <a:srgbClr val="746B42"/>
                </a:solidFill>
                <a:latin typeface="Century Gothic"/>
                <a:ea typeface="Century Gothic"/>
                <a:cs typeface="Century Gothic"/>
                <a:sym typeface="Century Gothic"/>
              </a:rPr>
              <a:t>Singapore: </a:t>
            </a:r>
            <a:r>
              <a:rPr lang="en-US">
                <a:solidFill>
                  <a:srgbClr val="746B42"/>
                </a:solidFill>
                <a:latin typeface="Century Gothic"/>
                <a:ea typeface="Century Gothic"/>
                <a:cs typeface="Century Gothic"/>
                <a:sym typeface="Century Gothic"/>
              </a:rPr>
              <a:t>Trucks and Buses</a:t>
            </a:r>
            <a:endParaRPr>
              <a:solidFill>
                <a:srgbClr val="746B42"/>
              </a:solidFill>
              <a:latin typeface="Century Gothic"/>
              <a:ea typeface="Century Gothic"/>
              <a:cs typeface="Century Gothic"/>
              <a:sym typeface="Century Gothic"/>
            </a:endParaRPr>
          </a:p>
          <a:p>
            <a:pPr indent="0" lvl="0" marL="0" marR="0" rtl="0" algn="ctr">
              <a:lnSpc>
                <a:spcPct val="141100"/>
              </a:lnSpc>
              <a:spcBef>
                <a:spcPts val="0"/>
              </a:spcBef>
              <a:spcAft>
                <a:spcPts val="0"/>
              </a:spcAft>
              <a:buNone/>
            </a:pPr>
            <a:r>
              <a:rPr b="1" lang="en-US">
                <a:solidFill>
                  <a:srgbClr val="746B42"/>
                </a:solidFill>
                <a:latin typeface="Century Gothic"/>
                <a:ea typeface="Century Gothic"/>
                <a:cs typeface="Century Gothic"/>
                <a:sym typeface="Century Gothic"/>
              </a:rPr>
              <a:t>Australia : </a:t>
            </a:r>
            <a:r>
              <a:rPr lang="en-US">
                <a:solidFill>
                  <a:srgbClr val="746B42"/>
                </a:solidFill>
                <a:latin typeface="Century Gothic"/>
                <a:ea typeface="Century Gothic"/>
                <a:cs typeface="Century Gothic"/>
                <a:sym typeface="Century Gothic"/>
              </a:rPr>
              <a:t>Motorcycles, Trucks, Buses, Planes</a:t>
            </a:r>
            <a:endParaRPr>
              <a:solidFill>
                <a:srgbClr val="746B42"/>
              </a:solidFill>
              <a:latin typeface="Century Gothic"/>
              <a:ea typeface="Century Gothic"/>
              <a:cs typeface="Century Gothic"/>
              <a:sym typeface="Century Gothic"/>
            </a:endParaRPr>
          </a:p>
          <a:p>
            <a:pPr indent="0" lvl="0" marL="0" marR="0" rtl="0" algn="ctr">
              <a:lnSpc>
                <a:spcPct val="141100"/>
              </a:lnSpc>
              <a:spcBef>
                <a:spcPts val="0"/>
              </a:spcBef>
              <a:spcAft>
                <a:spcPts val="0"/>
              </a:spcAft>
              <a:buNone/>
            </a:pPr>
            <a:r>
              <a:rPr b="1" lang="en-US">
                <a:solidFill>
                  <a:srgbClr val="746B42"/>
                </a:solidFill>
                <a:latin typeface="Century Gothic"/>
                <a:ea typeface="Century Gothic"/>
                <a:cs typeface="Century Gothic"/>
                <a:sym typeface="Century Gothic"/>
              </a:rPr>
              <a:t>South America:</a:t>
            </a:r>
            <a:r>
              <a:rPr lang="en-US">
                <a:solidFill>
                  <a:srgbClr val="746B42"/>
                </a:solidFill>
                <a:latin typeface="Century Gothic"/>
                <a:ea typeface="Century Gothic"/>
                <a:cs typeface="Century Gothic"/>
                <a:sym typeface="Century Gothic"/>
              </a:rPr>
              <a:t> Trucks, Buses, Planes</a:t>
            </a:r>
            <a:endParaRPr>
              <a:solidFill>
                <a:srgbClr val="746B42"/>
              </a:solidFill>
              <a:latin typeface="Century Gothic"/>
              <a:ea typeface="Century Gothic"/>
              <a:cs typeface="Century Gothic"/>
              <a:sym typeface="Century Gothic"/>
            </a:endParaRPr>
          </a:p>
        </p:txBody>
      </p:sp>
      <p:pic>
        <p:nvPicPr>
          <p:cNvPr id="557" name="Google Shape;557;p26"/>
          <p:cNvPicPr preferRelativeResize="0"/>
          <p:nvPr/>
        </p:nvPicPr>
        <p:blipFill rotWithShape="1">
          <a:blip r:embed="rId5">
            <a:alphaModFix/>
          </a:blip>
          <a:srcRect b="0" l="0" r="0" t="0"/>
          <a:stretch/>
        </p:blipFill>
        <p:spPr>
          <a:xfrm flipH="1" rot="-5257336">
            <a:off x="5846047" y="4325683"/>
            <a:ext cx="1828800" cy="901700"/>
          </a:xfrm>
          <a:prstGeom prst="rect">
            <a:avLst/>
          </a:prstGeom>
          <a:noFill/>
          <a:ln>
            <a:noFill/>
          </a:ln>
        </p:spPr>
      </p:pic>
      <p:sp>
        <p:nvSpPr>
          <p:cNvPr id="558" name="Google Shape;558;p26"/>
          <p:cNvSpPr txBox="1"/>
          <p:nvPr/>
        </p:nvSpPr>
        <p:spPr>
          <a:xfrm>
            <a:off x="812800" y="5143500"/>
            <a:ext cx="1014600" cy="3303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b="1" lang="en-US" sz="1300">
                <a:solidFill>
                  <a:srgbClr val="403C29"/>
                </a:solidFill>
                <a:latin typeface="Noto Sans"/>
                <a:ea typeface="Noto Sans"/>
                <a:cs typeface="Noto Sans"/>
                <a:sym typeface="Noto Sans"/>
              </a:rPr>
              <a:t>SPAIN</a:t>
            </a:r>
            <a:endParaRPr sz="800"/>
          </a:p>
        </p:txBody>
      </p:sp>
      <p:grpSp>
        <p:nvGrpSpPr>
          <p:cNvPr id="559" name="Google Shape;559;p26"/>
          <p:cNvGrpSpPr/>
          <p:nvPr/>
        </p:nvGrpSpPr>
        <p:grpSpPr>
          <a:xfrm>
            <a:off x="4114700" y="191225"/>
            <a:ext cx="3479900" cy="3695700"/>
            <a:chOff x="152400" y="6248400"/>
            <a:chExt cx="3479900" cy="3695700"/>
          </a:xfrm>
        </p:grpSpPr>
        <p:pic>
          <p:nvPicPr>
            <p:cNvPr id="560" name="Google Shape;560;p26"/>
            <p:cNvPicPr preferRelativeResize="0"/>
            <p:nvPr/>
          </p:nvPicPr>
          <p:blipFill rotWithShape="1">
            <a:blip r:embed="rId6">
              <a:alphaModFix amt="90000"/>
            </a:blip>
            <a:srcRect b="0" l="0" r="0" t="0"/>
            <a:stretch/>
          </p:blipFill>
          <p:spPr>
            <a:xfrm>
              <a:off x="152400" y="6248400"/>
              <a:ext cx="3454400" cy="3695700"/>
            </a:xfrm>
            <a:prstGeom prst="rect">
              <a:avLst/>
            </a:prstGeom>
            <a:noFill/>
            <a:ln>
              <a:noFill/>
            </a:ln>
            <a:effectLst>
              <a:outerShdw blurRad="444030" dir="2700000" dist="265237">
                <a:srgbClr val="000000">
                  <a:alpha val="10200"/>
                </a:srgbClr>
              </a:outerShdw>
            </a:effectLst>
          </p:spPr>
        </p:pic>
        <p:sp>
          <p:nvSpPr>
            <p:cNvPr id="561" name="Google Shape;561;p26"/>
            <p:cNvSpPr txBox="1"/>
            <p:nvPr/>
          </p:nvSpPr>
          <p:spPr>
            <a:xfrm>
              <a:off x="508000" y="6527800"/>
              <a:ext cx="18033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JAPAN</a:t>
              </a:r>
              <a:r>
                <a:rPr b="1" i="0" lang="en-US" sz="1500" u="none" cap="none" strike="noStrike">
                  <a:solidFill>
                    <a:srgbClr val="403C29"/>
                  </a:solidFill>
                  <a:latin typeface="Noto Sans"/>
                  <a:ea typeface="Noto Sans"/>
                  <a:cs typeface="Noto Sans"/>
                  <a:sym typeface="Noto Sans"/>
                </a:rPr>
                <a:t> STATUS</a:t>
              </a:r>
              <a:endParaRPr/>
            </a:p>
          </p:txBody>
        </p:sp>
        <p:sp>
          <p:nvSpPr>
            <p:cNvPr id="562" name="Google Shape;562;p26"/>
            <p:cNvSpPr txBox="1"/>
            <p:nvPr/>
          </p:nvSpPr>
          <p:spPr>
            <a:xfrm>
              <a:off x="520700" y="6845300"/>
              <a:ext cx="3111600" cy="6732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$188,168</a:t>
              </a:r>
              <a:endParaRPr/>
            </a:p>
          </p:txBody>
        </p:sp>
        <p:sp>
          <p:nvSpPr>
            <p:cNvPr id="563" name="Google Shape;563;p26"/>
            <p:cNvSpPr txBox="1"/>
            <p:nvPr/>
          </p:nvSpPr>
          <p:spPr>
            <a:xfrm>
              <a:off x="508000" y="7988300"/>
              <a:ext cx="13209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564" name="Google Shape;564;p26"/>
            <p:cNvSpPr txBox="1"/>
            <p:nvPr/>
          </p:nvSpPr>
          <p:spPr>
            <a:xfrm>
              <a:off x="2006600" y="8001000"/>
              <a:ext cx="1320900" cy="2541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grpSp>
      <p:sp>
        <p:nvSpPr>
          <p:cNvPr id="565" name="Google Shape;565;p26"/>
          <p:cNvSpPr txBox="1"/>
          <p:nvPr/>
        </p:nvSpPr>
        <p:spPr>
          <a:xfrm>
            <a:off x="6068271" y="6644295"/>
            <a:ext cx="927000" cy="2286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300">
                <a:solidFill>
                  <a:srgbClr val="403C29"/>
                </a:solidFill>
                <a:latin typeface="Noto Sans"/>
                <a:ea typeface="Noto Sans"/>
                <a:cs typeface="Noto Sans"/>
                <a:sym typeface="Noto Sans"/>
              </a:rPr>
              <a:t>Singapore</a:t>
            </a:r>
            <a:endParaRPr/>
          </a:p>
        </p:txBody>
      </p:sp>
      <p:pic>
        <p:nvPicPr>
          <p:cNvPr id="566" name="Google Shape;566;p26"/>
          <p:cNvPicPr preferRelativeResize="0"/>
          <p:nvPr/>
        </p:nvPicPr>
        <p:blipFill rotWithShape="1">
          <a:blip r:embed="rId8">
            <a:alphaModFix/>
          </a:blip>
          <a:srcRect b="0" l="0" r="0" t="0"/>
          <a:stretch/>
        </p:blipFill>
        <p:spPr>
          <a:xfrm>
            <a:off x="481750" y="7573550"/>
            <a:ext cx="2705100" cy="38100"/>
          </a:xfrm>
          <a:prstGeom prst="rect">
            <a:avLst/>
          </a:prstGeom>
          <a:noFill/>
          <a:ln>
            <a:noFill/>
          </a:ln>
        </p:spPr>
      </p:pic>
      <p:pic>
        <p:nvPicPr>
          <p:cNvPr id="567" name="Google Shape;567;p26"/>
          <p:cNvPicPr preferRelativeResize="0"/>
          <p:nvPr/>
        </p:nvPicPr>
        <p:blipFill>
          <a:blip r:embed="rId9">
            <a:alphaModFix/>
          </a:blip>
          <a:stretch>
            <a:fillRect/>
          </a:stretch>
        </p:blipFill>
        <p:spPr>
          <a:xfrm>
            <a:off x="1733600" y="2205376"/>
            <a:ext cx="1612265" cy="1298750"/>
          </a:xfrm>
          <a:prstGeom prst="rect">
            <a:avLst/>
          </a:prstGeom>
          <a:noFill/>
          <a:ln>
            <a:noFill/>
          </a:ln>
        </p:spPr>
      </p:pic>
      <p:pic>
        <p:nvPicPr>
          <p:cNvPr id="568" name="Google Shape;568;p26"/>
          <p:cNvPicPr preferRelativeResize="0"/>
          <p:nvPr/>
        </p:nvPicPr>
        <p:blipFill rotWithShape="1">
          <a:blip r:embed="rId10">
            <a:alphaModFix/>
          </a:blip>
          <a:srcRect b="0" l="0" r="0" t="0"/>
          <a:stretch/>
        </p:blipFill>
        <p:spPr>
          <a:xfrm>
            <a:off x="2438400" y="4768850"/>
            <a:ext cx="368300" cy="368300"/>
          </a:xfrm>
          <a:prstGeom prst="rect">
            <a:avLst/>
          </a:prstGeom>
          <a:noFill/>
          <a:ln>
            <a:noFill/>
          </a:ln>
        </p:spPr>
      </p:pic>
      <p:pic>
        <p:nvPicPr>
          <p:cNvPr id="569" name="Google Shape;569;p26"/>
          <p:cNvPicPr preferRelativeResize="0"/>
          <p:nvPr/>
        </p:nvPicPr>
        <p:blipFill rotWithShape="1">
          <a:blip r:embed="rId10">
            <a:alphaModFix/>
          </a:blip>
          <a:srcRect b="0" l="0" r="0" t="0"/>
          <a:stretch/>
        </p:blipFill>
        <p:spPr>
          <a:xfrm>
            <a:off x="1834923" y="5172822"/>
            <a:ext cx="368300" cy="368300"/>
          </a:xfrm>
          <a:prstGeom prst="rect">
            <a:avLst/>
          </a:prstGeom>
          <a:noFill/>
          <a:ln>
            <a:noFill/>
          </a:ln>
        </p:spPr>
      </p:pic>
      <p:pic>
        <p:nvPicPr>
          <p:cNvPr id="570" name="Google Shape;570;p26"/>
          <p:cNvPicPr preferRelativeResize="0"/>
          <p:nvPr/>
        </p:nvPicPr>
        <p:blipFill rotWithShape="1">
          <a:blip r:embed="rId11">
            <a:alphaModFix/>
          </a:blip>
          <a:srcRect b="0" l="0" r="0" t="0"/>
          <a:stretch/>
        </p:blipFill>
        <p:spPr>
          <a:xfrm>
            <a:off x="2559000" y="3827050"/>
            <a:ext cx="533400" cy="533400"/>
          </a:xfrm>
          <a:prstGeom prst="rect">
            <a:avLst/>
          </a:prstGeom>
          <a:noFill/>
          <a:ln>
            <a:noFill/>
          </a:ln>
        </p:spPr>
      </p:pic>
      <p:pic>
        <p:nvPicPr>
          <p:cNvPr id="571" name="Google Shape;571;p26"/>
          <p:cNvPicPr preferRelativeResize="0"/>
          <p:nvPr/>
        </p:nvPicPr>
        <p:blipFill rotWithShape="1">
          <a:blip r:embed="rId10">
            <a:alphaModFix/>
          </a:blip>
          <a:srcRect b="0" l="0" r="0" t="0"/>
          <a:stretch/>
        </p:blipFill>
        <p:spPr>
          <a:xfrm>
            <a:off x="11073450" y="4589813"/>
            <a:ext cx="368300" cy="368300"/>
          </a:xfrm>
          <a:prstGeom prst="rect">
            <a:avLst/>
          </a:prstGeom>
          <a:noFill/>
          <a:ln>
            <a:noFill/>
          </a:ln>
        </p:spPr>
      </p:pic>
      <p:pic>
        <p:nvPicPr>
          <p:cNvPr id="572" name="Google Shape;572;p26"/>
          <p:cNvPicPr preferRelativeResize="0"/>
          <p:nvPr/>
        </p:nvPicPr>
        <p:blipFill rotWithShape="1">
          <a:blip r:embed="rId5">
            <a:alphaModFix/>
          </a:blip>
          <a:srcRect b="0" l="0" r="0" t="0"/>
          <a:stretch/>
        </p:blipFill>
        <p:spPr>
          <a:xfrm rot="-10799999">
            <a:off x="7278104" y="8206625"/>
            <a:ext cx="2902525" cy="901699"/>
          </a:xfrm>
          <a:prstGeom prst="rect">
            <a:avLst/>
          </a:prstGeom>
          <a:noFill/>
          <a:ln>
            <a:noFill/>
          </a:ln>
        </p:spPr>
      </p:pic>
      <p:grpSp>
        <p:nvGrpSpPr>
          <p:cNvPr id="573" name="Google Shape;573;p26"/>
          <p:cNvGrpSpPr/>
          <p:nvPr/>
        </p:nvGrpSpPr>
        <p:grpSpPr>
          <a:xfrm>
            <a:off x="10097100" y="6527700"/>
            <a:ext cx="3479900" cy="3695700"/>
            <a:chOff x="152400" y="6248400"/>
            <a:chExt cx="3479900" cy="3695700"/>
          </a:xfrm>
        </p:grpSpPr>
        <p:pic>
          <p:nvPicPr>
            <p:cNvPr id="574" name="Google Shape;574;p26"/>
            <p:cNvPicPr preferRelativeResize="0"/>
            <p:nvPr/>
          </p:nvPicPr>
          <p:blipFill rotWithShape="1">
            <a:blip r:embed="rId6">
              <a:alphaModFix amt="90000"/>
            </a:blip>
            <a:srcRect b="0" l="0" r="0" t="0"/>
            <a:stretch/>
          </p:blipFill>
          <p:spPr>
            <a:xfrm>
              <a:off x="152400" y="6248400"/>
              <a:ext cx="3454400" cy="3695700"/>
            </a:xfrm>
            <a:prstGeom prst="rect">
              <a:avLst/>
            </a:prstGeom>
            <a:noFill/>
            <a:ln>
              <a:noFill/>
            </a:ln>
            <a:effectLst>
              <a:outerShdw blurRad="444030" dir="2700000" dist="265237">
                <a:srgbClr val="000000">
                  <a:alpha val="10200"/>
                </a:srgbClr>
              </a:outerShdw>
            </a:effectLst>
          </p:spPr>
        </p:pic>
        <p:sp>
          <p:nvSpPr>
            <p:cNvPr id="575" name="Google Shape;575;p26"/>
            <p:cNvSpPr txBox="1"/>
            <p:nvPr/>
          </p:nvSpPr>
          <p:spPr>
            <a:xfrm>
              <a:off x="508000" y="6527800"/>
              <a:ext cx="2380800" cy="2793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AUSTRALIA </a:t>
              </a:r>
              <a:r>
                <a:rPr b="1" i="0" lang="en-US" sz="1500" u="none" cap="none" strike="noStrike">
                  <a:solidFill>
                    <a:srgbClr val="403C29"/>
                  </a:solidFill>
                  <a:latin typeface="Noto Sans"/>
                  <a:ea typeface="Noto Sans"/>
                  <a:cs typeface="Noto Sans"/>
                  <a:sym typeface="Noto Sans"/>
                </a:rPr>
                <a:t>STATUS</a:t>
              </a:r>
              <a:endParaRPr/>
            </a:p>
          </p:txBody>
        </p:sp>
        <p:sp>
          <p:nvSpPr>
            <p:cNvPr id="576" name="Google Shape;576;p26"/>
            <p:cNvSpPr txBox="1"/>
            <p:nvPr/>
          </p:nvSpPr>
          <p:spPr>
            <a:xfrm>
              <a:off x="520700" y="6845300"/>
              <a:ext cx="3111600" cy="6732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$630,623</a:t>
              </a:r>
              <a:endParaRPr/>
            </a:p>
          </p:txBody>
        </p:sp>
        <p:sp>
          <p:nvSpPr>
            <p:cNvPr id="577" name="Google Shape;577;p26"/>
            <p:cNvSpPr txBox="1"/>
            <p:nvPr/>
          </p:nvSpPr>
          <p:spPr>
            <a:xfrm>
              <a:off x="508000" y="7988300"/>
              <a:ext cx="13209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578" name="Google Shape;578;p26"/>
            <p:cNvSpPr txBox="1"/>
            <p:nvPr/>
          </p:nvSpPr>
          <p:spPr>
            <a:xfrm>
              <a:off x="2006600" y="8001000"/>
              <a:ext cx="1320900" cy="2541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grpSp>
      <p:grpSp>
        <p:nvGrpSpPr>
          <p:cNvPr id="579" name="Google Shape;579;p26"/>
          <p:cNvGrpSpPr/>
          <p:nvPr/>
        </p:nvGrpSpPr>
        <p:grpSpPr>
          <a:xfrm>
            <a:off x="7942375" y="261950"/>
            <a:ext cx="3479900" cy="3695700"/>
            <a:chOff x="152400" y="6248400"/>
            <a:chExt cx="3479900" cy="3695700"/>
          </a:xfrm>
        </p:grpSpPr>
        <p:pic>
          <p:nvPicPr>
            <p:cNvPr id="580" name="Google Shape;580;p26"/>
            <p:cNvPicPr preferRelativeResize="0"/>
            <p:nvPr/>
          </p:nvPicPr>
          <p:blipFill rotWithShape="1">
            <a:blip r:embed="rId6">
              <a:alphaModFix amt="90000"/>
            </a:blip>
            <a:srcRect b="0" l="0" r="0" t="0"/>
            <a:stretch/>
          </p:blipFill>
          <p:spPr>
            <a:xfrm>
              <a:off x="152400" y="6248400"/>
              <a:ext cx="3454400" cy="3695700"/>
            </a:xfrm>
            <a:prstGeom prst="rect">
              <a:avLst/>
            </a:prstGeom>
            <a:noFill/>
            <a:ln>
              <a:noFill/>
            </a:ln>
            <a:effectLst>
              <a:outerShdw blurRad="444030" dir="2700000" dist="265237">
                <a:srgbClr val="000000">
                  <a:alpha val="10200"/>
                </a:srgbClr>
              </a:outerShdw>
            </a:effectLst>
          </p:spPr>
        </p:pic>
        <p:sp>
          <p:nvSpPr>
            <p:cNvPr id="581" name="Google Shape;581;p26"/>
            <p:cNvSpPr txBox="1"/>
            <p:nvPr/>
          </p:nvSpPr>
          <p:spPr>
            <a:xfrm>
              <a:off x="508000" y="6527800"/>
              <a:ext cx="2337300" cy="2160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i="0" lang="en-US" sz="1500" u="none" cap="none" strike="noStrike">
                  <a:solidFill>
                    <a:srgbClr val="403C29"/>
                  </a:solidFill>
                  <a:latin typeface="Noto Sans"/>
                  <a:ea typeface="Noto Sans"/>
                  <a:cs typeface="Noto Sans"/>
                  <a:sym typeface="Noto Sans"/>
                </a:rPr>
                <a:t>S</a:t>
              </a:r>
              <a:r>
                <a:rPr b="1" lang="en-US" sz="1500">
                  <a:solidFill>
                    <a:srgbClr val="403C29"/>
                  </a:solidFill>
                  <a:latin typeface="Noto Sans"/>
                  <a:ea typeface="Noto Sans"/>
                  <a:cs typeface="Noto Sans"/>
                  <a:sym typeface="Noto Sans"/>
                </a:rPr>
                <a:t>INGAPORE </a:t>
              </a:r>
              <a:r>
                <a:rPr b="1" i="0" lang="en-US" sz="1500" u="none" cap="none" strike="noStrike">
                  <a:solidFill>
                    <a:srgbClr val="403C29"/>
                  </a:solidFill>
                  <a:latin typeface="Noto Sans"/>
                  <a:ea typeface="Noto Sans"/>
                  <a:cs typeface="Noto Sans"/>
                  <a:sym typeface="Noto Sans"/>
                </a:rPr>
                <a:t>STATUS</a:t>
              </a:r>
              <a:endParaRPr/>
            </a:p>
          </p:txBody>
        </p:sp>
        <p:sp>
          <p:nvSpPr>
            <p:cNvPr id="582" name="Google Shape;582;p26"/>
            <p:cNvSpPr txBox="1"/>
            <p:nvPr/>
          </p:nvSpPr>
          <p:spPr>
            <a:xfrm>
              <a:off x="520700" y="6845300"/>
              <a:ext cx="3111600" cy="6732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3800">
                  <a:solidFill>
                    <a:srgbClr val="403C29"/>
                  </a:solidFill>
                </a:rPr>
                <a:t>$288,488</a:t>
              </a:r>
              <a:endParaRPr/>
            </a:p>
          </p:txBody>
        </p:sp>
        <p:sp>
          <p:nvSpPr>
            <p:cNvPr id="583" name="Google Shape;583;p26"/>
            <p:cNvSpPr txBox="1"/>
            <p:nvPr/>
          </p:nvSpPr>
          <p:spPr>
            <a:xfrm>
              <a:off x="508000" y="7988300"/>
              <a:ext cx="1320900" cy="2541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1500">
                  <a:solidFill>
                    <a:srgbClr val="403C29"/>
                  </a:solidFill>
                  <a:latin typeface="Noto Sans"/>
                  <a:ea typeface="Noto Sans"/>
                  <a:cs typeface="Noto Sans"/>
                  <a:sym typeface="Noto Sans"/>
                </a:rPr>
                <a:t># ORDERS</a:t>
              </a:r>
              <a:endParaRPr/>
            </a:p>
          </p:txBody>
        </p:sp>
        <p:sp>
          <p:nvSpPr>
            <p:cNvPr id="584" name="Google Shape;584;p26"/>
            <p:cNvSpPr txBox="1"/>
            <p:nvPr/>
          </p:nvSpPr>
          <p:spPr>
            <a:xfrm>
              <a:off x="2006600" y="8001000"/>
              <a:ext cx="1320900" cy="254100"/>
            </a:xfrm>
            <a:prstGeom prst="rect">
              <a:avLst/>
            </a:prstGeom>
            <a:noFill/>
            <a:ln>
              <a:noFill/>
            </a:ln>
          </p:spPr>
          <p:txBody>
            <a:bodyPr anchorCtr="0" anchor="ctr" bIns="0" lIns="0" spcFirstLastPara="1" rIns="0" wrap="square" tIns="0">
              <a:noAutofit/>
            </a:bodyPr>
            <a:lstStyle/>
            <a:p>
              <a:pPr indent="0" lvl="0" marL="0" marR="0" rtl="0" algn="just">
                <a:lnSpc>
                  <a:spcPct val="141100"/>
                </a:lnSpc>
                <a:spcBef>
                  <a:spcPts val="0"/>
                </a:spcBef>
                <a:spcAft>
                  <a:spcPts val="0"/>
                </a:spcAft>
                <a:buNone/>
              </a:pPr>
              <a:r>
                <a:rPr b="1" lang="en-US" sz="1500">
                  <a:solidFill>
                    <a:srgbClr val="403C29"/>
                  </a:solidFill>
                  <a:latin typeface="Noto Sans"/>
                  <a:ea typeface="Noto Sans"/>
                  <a:cs typeface="Noto Sans"/>
                  <a:sym typeface="Noto Sans"/>
                </a:rPr>
                <a:t>PRODUCT %</a:t>
              </a:r>
              <a:endParaRPr/>
            </a:p>
          </p:txBody>
        </p:sp>
      </p:grpSp>
      <p:cxnSp>
        <p:nvCxnSpPr>
          <p:cNvPr id="585" name="Google Shape;585;p26"/>
          <p:cNvCxnSpPr/>
          <p:nvPr/>
        </p:nvCxnSpPr>
        <p:spPr>
          <a:xfrm flipH="1" rot="10800000">
            <a:off x="6525894" y="6150634"/>
            <a:ext cx="2754900" cy="528600"/>
          </a:xfrm>
          <a:prstGeom prst="straightConnector1">
            <a:avLst/>
          </a:prstGeom>
          <a:noFill/>
          <a:ln cap="flat" cmpd="sng" w="9525">
            <a:solidFill>
              <a:schemeClr val="dk1"/>
            </a:solidFill>
            <a:prstDash val="dash"/>
            <a:round/>
            <a:headEnd len="med" w="med" type="none"/>
            <a:tailEnd len="med" w="med" type="none"/>
          </a:ln>
        </p:spPr>
      </p:cxnSp>
      <p:cxnSp>
        <p:nvCxnSpPr>
          <p:cNvPr id="586" name="Google Shape;586;p26"/>
          <p:cNvCxnSpPr>
            <a:endCxn id="580" idx="2"/>
          </p:cNvCxnSpPr>
          <p:nvPr/>
        </p:nvCxnSpPr>
        <p:spPr>
          <a:xfrm flipH="1" rot="10800000">
            <a:off x="9290075" y="3957650"/>
            <a:ext cx="379500" cy="2211300"/>
          </a:xfrm>
          <a:prstGeom prst="straightConnector1">
            <a:avLst/>
          </a:prstGeom>
          <a:noFill/>
          <a:ln cap="flat" cmpd="sng" w="9525">
            <a:solidFill>
              <a:schemeClr val="dk1"/>
            </a:solidFill>
            <a:prstDash val="dash"/>
            <a:round/>
            <a:headEnd len="med" w="med" type="none"/>
            <a:tailEnd len="med" w="med" type="none"/>
          </a:ln>
        </p:spPr>
      </p:cxnSp>
      <p:pic>
        <p:nvPicPr>
          <p:cNvPr id="587" name="Google Shape;587;p26"/>
          <p:cNvPicPr preferRelativeResize="0"/>
          <p:nvPr/>
        </p:nvPicPr>
        <p:blipFill rotWithShape="1">
          <a:blip r:embed="rId8">
            <a:alphaModFix/>
          </a:blip>
          <a:srcRect b="0" l="0" r="0" t="0"/>
          <a:stretch/>
        </p:blipFill>
        <p:spPr>
          <a:xfrm>
            <a:off x="8329775" y="1573400"/>
            <a:ext cx="2705100" cy="38100"/>
          </a:xfrm>
          <a:prstGeom prst="rect">
            <a:avLst/>
          </a:prstGeom>
          <a:noFill/>
          <a:ln>
            <a:noFill/>
          </a:ln>
        </p:spPr>
      </p:pic>
      <p:pic>
        <p:nvPicPr>
          <p:cNvPr id="588" name="Google Shape;588;p26"/>
          <p:cNvPicPr preferRelativeResize="0"/>
          <p:nvPr/>
        </p:nvPicPr>
        <p:blipFill rotWithShape="1">
          <a:blip r:embed="rId8">
            <a:alphaModFix/>
          </a:blip>
          <a:srcRect b="0" l="0" r="0" t="0"/>
          <a:stretch/>
        </p:blipFill>
        <p:spPr>
          <a:xfrm>
            <a:off x="4572000" y="1602875"/>
            <a:ext cx="2705100" cy="38100"/>
          </a:xfrm>
          <a:prstGeom prst="rect">
            <a:avLst/>
          </a:prstGeom>
          <a:noFill/>
          <a:ln>
            <a:noFill/>
          </a:ln>
        </p:spPr>
      </p:pic>
      <p:pic>
        <p:nvPicPr>
          <p:cNvPr id="589" name="Google Shape;589;p26"/>
          <p:cNvPicPr preferRelativeResize="0"/>
          <p:nvPr/>
        </p:nvPicPr>
        <p:blipFill rotWithShape="1">
          <a:blip r:embed="rId8">
            <a:alphaModFix/>
          </a:blip>
          <a:srcRect b="0" l="0" r="0" t="0"/>
          <a:stretch/>
        </p:blipFill>
        <p:spPr>
          <a:xfrm>
            <a:off x="481750" y="1378000"/>
            <a:ext cx="2705100" cy="38100"/>
          </a:xfrm>
          <a:prstGeom prst="rect">
            <a:avLst/>
          </a:prstGeom>
          <a:noFill/>
          <a:ln>
            <a:noFill/>
          </a:ln>
        </p:spPr>
      </p:pic>
      <p:pic>
        <p:nvPicPr>
          <p:cNvPr id="590" name="Google Shape;590;p26"/>
          <p:cNvPicPr preferRelativeResize="0"/>
          <p:nvPr/>
        </p:nvPicPr>
        <p:blipFill rotWithShape="1">
          <a:blip r:embed="rId8">
            <a:alphaModFix/>
          </a:blip>
          <a:srcRect b="0" l="0" r="0" t="0"/>
          <a:stretch/>
        </p:blipFill>
        <p:spPr>
          <a:xfrm>
            <a:off x="10484500" y="7873125"/>
            <a:ext cx="2705100" cy="38100"/>
          </a:xfrm>
          <a:prstGeom prst="rect">
            <a:avLst/>
          </a:prstGeom>
          <a:noFill/>
          <a:ln>
            <a:noFill/>
          </a:ln>
        </p:spPr>
      </p:pic>
      <p:pic>
        <p:nvPicPr>
          <p:cNvPr id="591" name="Google Shape;591;p26"/>
          <p:cNvPicPr preferRelativeResize="0"/>
          <p:nvPr/>
        </p:nvPicPr>
        <p:blipFill rotWithShape="1">
          <a:blip r:embed="rId11">
            <a:alphaModFix/>
          </a:blip>
          <a:srcRect b="0" l="0" r="0" t="0"/>
          <a:stretch/>
        </p:blipFill>
        <p:spPr>
          <a:xfrm>
            <a:off x="6857741" y="5139193"/>
            <a:ext cx="533400" cy="533400"/>
          </a:xfrm>
          <a:prstGeom prst="rect">
            <a:avLst/>
          </a:prstGeom>
          <a:noFill/>
          <a:ln>
            <a:noFill/>
          </a:ln>
        </p:spPr>
      </p:pic>
      <p:pic>
        <p:nvPicPr>
          <p:cNvPr id="592" name="Google Shape;592;p26"/>
          <p:cNvPicPr preferRelativeResize="0"/>
          <p:nvPr/>
        </p:nvPicPr>
        <p:blipFill rotWithShape="1">
          <a:blip r:embed="rId11">
            <a:alphaModFix/>
          </a:blip>
          <a:srcRect b="0" l="0" r="0" t="0"/>
          <a:stretch/>
        </p:blipFill>
        <p:spPr>
          <a:xfrm>
            <a:off x="6265075" y="6191097"/>
            <a:ext cx="533400" cy="533400"/>
          </a:xfrm>
          <a:prstGeom prst="rect">
            <a:avLst/>
          </a:prstGeom>
          <a:noFill/>
          <a:ln>
            <a:noFill/>
          </a:ln>
        </p:spPr>
      </p:pic>
      <p:pic>
        <p:nvPicPr>
          <p:cNvPr id="593" name="Google Shape;593;p26"/>
          <p:cNvPicPr preferRelativeResize="0"/>
          <p:nvPr/>
        </p:nvPicPr>
        <p:blipFill rotWithShape="1">
          <a:blip r:embed="rId11">
            <a:alphaModFix/>
          </a:blip>
          <a:srcRect b="0" l="0" r="0" t="0"/>
          <a:stretch/>
        </p:blipFill>
        <p:spPr>
          <a:xfrm>
            <a:off x="7094444" y="7747933"/>
            <a:ext cx="533400" cy="533400"/>
          </a:xfrm>
          <a:prstGeom prst="rect">
            <a:avLst/>
          </a:prstGeom>
          <a:noFill/>
          <a:ln>
            <a:noFill/>
          </a:ln>
        </p:spPr>
      </p:pic>
      <p:pic>
        <p:nvPicPr>
          <p:cNvPr id="594" name="Google Shape;594;p26"/>
          <p:cNvPicPr preferRelativeResize="0"/>
          <p:nvPr/>
        </p:nvPicPr>
        <p:blipFill>
          <a:blip r:embed="rId12">
            <a:alphaModFix/>
          </a:blip>
          <a:stretch>
            <a:fillRect/>
          </a:stretch>
        </p:blipFill>
        <p:spPr>
          <a:xfrm>
            <a:off x="5865025" y="2136975"/>
            <a:ext cx="1526125" cy="1448274"/>
          </a:xfrm>
          <a:prstGeom prst="rect">
            <a:avLst/>
          </a:prstGeom>
          <a:noFill/>
          <a:ln>
            <a:noFill/>
          </a:ln>
        </p:spPr>
      </p:pic>
      <p:pic>
        <p:nvPicPr>
          <p:cNvPr id="595" name="Google Shape;595;p26"/>
          <p:cNvPicPr preferRelativeResize="0"/>
          <p:nvPr/>
        </p:nvPicPr>
        <p:blipFill>
          <a:blip r:embed="rId13">
            <a:alphaModFix/>
          </a:blip>
          <a:stretch>
            <a:fillRect/>
          </a:stretch>
        </p:blipFill>
        <p:spPr>
          <a:xfrm>
            <a:off x="9613638" y="2229100"/>
            <a:ext cx="1370112" cy="1298756"/>
          </a:xfrm>
          <a:prstGeom prst="rect">
            <a:avLst/>
          </a:prstGeom>
          <a:noFill/>
          <a:ln>
            <a:noFill/>
          </a:ln>
        </p:spPr>
      </p:pic>
      <p:pic>
        <p:nvPicPr>
          <p:cNvPr id="596" name="Google Shape;596;p26"/>
          <p:cNvPicPr preferRelativeResize="0"/>
          <p:nvPr/>
        </p:nvPicPr>
        <p:blipFill>
          <a:blip r:embed="rId14">
            <a:alphaModFix/>
          </a:blip>
          <a:stretch>
            <a:fillRect/>
          </a:stretch>
        </p:blipFill>
        <p:spPr>
          <a:xfrm>
            <a:off x="11663484" y="8516892"/>
            <a:ext cx="1526125" cy="1541858"/>
          </a:xfrm>
          <a:prstGeom prst="rect">
            <a:avLst/>
          </a:prstGeom>
          <a:noFill/>
          <a:ln>
            <a:noFill/>
          </a:ln>
        </p:spPr>
      </p:pic>
      <p:pic>
        <p:nvPicPr>
          <p:cNvPr id="597" name="Google Shape;597;p26"/>
          <p:cNvPicPr preferRelativeResize="0"/>
          <p:nvPr/>
        </p:nvPicPr>
        <p:blipFill rotWithShape="1">
          <a:blip r:embed="rId15">
            <a:alphaModFix/>
          </a:blip>
          <a:srcRect b="3975" l="0" r="0" t="0"/>
          <a:stretch/>
        </p:blipFill>
        <p:spPr>
          <a:xfrm>
            <a:off x="5441000" y="8539075"/>
            <a:ext cx="1200150" cy="1298750"/>
          </a:xfrm>
          <a:prstGeom prst="rect">
            <a:avLst/>
          </a:prstGeom>
          <a:noFill/>
          <a:ln>
            <a:noFill/>
          </a:ln>
        </p:spPr>
      </p:pic>
      <p:pic>
        <p:nvPicPr>
          <p:cNvPr id="598" name="Google Shape;598;p26"/>
          <p:cNvPicPr preferRelativeResize="0"/>
          <p:nvPr/>
        </p:nvPicPr>
        <p:blipFill>
          <a:blip r:embed="rId16">
            <a:alphaModFix/>
          </a:blip>
          <a:stretch>
            <a:fillRect/>
          </a:stretch>
        </p:blipFill>
        <p:spPr>
          <a:xfrm>
            <a:off x="415375" y="2161898"/>
            <a:ext cx="1451100" cy="1598767"/>
          </a:xfrm>
          <a:prstGeom prst="rect">
            <a:avLst/>
          </a:prstGeom>
          <a:noFill/>
          <a:ln>
            <a:noFill/>
          </a:ln>
        </p:spPr>
      </p:pic>
      <p:pic>
        <p:nvPicPr>
          <p:cNvPr id="599" name="Google Shape;599;p26"/>
          <p:cNvPicPr preferRelativeResize="0"/>
          <p:nvPr/>
        </p:nvPicPr>
        <p:blipFill>
          <a:blip r:embed="rId17">
            <a:alphaModFix/>
          </a:blip>
          <a:stretch>
            <a:fillRect/>
          </a:stretch>
        </p:blipFill>
        <p:spPr>
          <a:xfrm>
            <a:off x="4395613" y="2146245"/>
            <a:ext cx="1121125" cy="1694882"/>
          </a:xfrm>
          <a:prstGeom prst="rect">
            <a:avLst/>
          </a:prstGeom>
          <a:noFill/>
          <a:ln>
            <a:noFill/>
          </a:ln>
        </p:spPr>
      </p:pic>
      <p:pic>
        <p:nvPicPr>
          <p:cNvPr id="600" name="Google Shape;600;p26"/>
          <p:cNvPicPr preferRelativeResize="0"/>
          <p:nvPr/>
        </p:nvPicPr>
        <p:blipFill>
          <a:blip r:embed="rId18">
            <a:alphaModFix/>
          </a:blip>
          <a:stretch>
            <a:fillRect/>
          </a:stretch>
        </p:blipFill>
        <p:spPr>
          <a:xfrm>
            <a:off x="8169953" y="2222950"/>
            <a:ext cx="1397323" cy="1603175"/>
          </a:xfrm>
          <a:prstGeom prst="rect">
            <a:avLst/>
          </a:prstGeom>
          <a:noFill/>
          <a:ln>
            <a:noFill/>
          </a:ln>
        </p:spPr>
      </p:pic>
      <p:pic>
        <p:nvPicPr>
          <p:cNvPr id="601" name="Google Shape;601;p26"/>
          <p:cNvPicPr preferRelativeResize="0"/>
          <p:nvPr/>
        </p:nvPicPr>
        <p:blipFill>
          <a:blip r:embed="rId19">
            <a:alphaModFix/>
          </a:blip>
          <a:stretch>
            <a:fillRect/>
          </a:stretch>
        </p:blipFill>
        <p:spPr>
          <a:xfrm>
            <a:off x="10293375" y="8611991"/>
            <a:ext cx="1370100" cy="1530259"/>
          </a:xfrm>
          <a:prstGeom prst="rect">
            <a:avLst/>
          </a:prstGeom>
          <a:noFill/>
          <a:ln>
            <a:noFill/>
          </a:ln>
        </p:spPr>
      </p:pic>
      <p:sp>
        <p:nvSpPr>
          <p:cNvPr id="602" name="Google Shape;602;p26"/>
          <p:cNvSpPr txBox="1"/>
          <p:nvPr/>
        </p:nvSpPr>
        <p:spPr>
          <a:xfrm>
            <a:off x="11617525" y="0"/>
            <a:ext cx="104808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b="0" i="0" lang="en-US" sz="4100" u="none" cap="none" strike="noStrike">
                <a:solidFill>
                  <a:srgbClr val="403C29"/>
                </a:solidFill>
                <a:latin typeface="Arial"/>
                <a:ea typeface="Arial"/>
                <a:cs typeface="Arial"/>
                <a:sym typeface="Arial"/>
              </a:rPr>
              <a:t>R</a:t>
            </a:r>
            <a:r>
              <a:rPr lang="en-US" sz="4100">
                <a:solidFill>
                  <a:srgbClr val="403C29"/>
                </a:solidFill>
              </a:rPr>
              <a:t>egional Sales Performance</a:t>
            </a:r>
            <a:endParaRPr sz="100"/>
          </a:p>
        </p:txBody>
      </p:sp>
      <p:sp>
        <p:nvSpPr>
          <p:cNvPr id="603" name="Google Shape;603;p26"/>
          <p:cNvSpPr/>
          <p:nvPr/>
        </p:nvSpPr>
        <p:spPr>
          <a:xfrm>
            <a:off x="12087550" y="1313850"/>
            <a:ext cx="4334400" cy="3463200"/>
          </a:xfrm>
          <a:prstGeom prst="roundRect">
            <a:avLst>
              <a:gd fmla="val 16667" name="adj"/>
            </a:avLst>
          </a:prstGeom>
          <a:solidFill>
            <a:srgbClr val="B3A35D">
              <a:alpha val="18990"/>
            </a:srgbClr>
          </a:solid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04" name="Google Shape;604;p26"/>
          <p:cNvSpPr txBox="1"/>
          <p:nvPr/>
        </p:nvSpPr>
        <p:spPr>
          <a:xfrm>
            <a:off x="12365855" y="979899"/>
            <a:ext cx="4152000" cy="1254300"/>
          </a:xfrm>
          <a:prstGeom prst="rect">
            <a:avLst/>
          </a:prstGeom>
          <a:noFill/>
          <a:ln>
            <a:noFill/>
          </a:ln>
        </p:spPr>
        <p:txBody>
          <a:bodyPr anchorCtr="0" anchor="t" bIns="91425" lIns="91425" spcFirstLastPara="1" rIns="91425" wrap="square" tIns="91425">
            <a:noAutofit/>
          </a:bodyPr>
          <a:lstStyle/>
          <a:p>
            <a:pPr indent="0" lvl="0" marL="457200" rtl="0" algn="l">
              <a:spcBef>
                <a:spcPts val="0"/>
              </a:spcBef>
              <a:spcAft>
                <a:spcPts val="0"/>
              </a:spcAft>
              <a:buNone/>
            </a:pPr>
            <a:br>
              <a:rPr lang="en-US" sz="2400">
                <a:solidFill>
                  <a:srgbClr val="5B0F00"/>
                </a:solidFill>
                <a:latin typeface="Century Gothic"/>
                <a:ea typeface="Century Gothic"/>
                <a:cs typeface="Century Gothic"/>
                <a:sym typeface="Century Gothic"/>
              </a:rPr>
            </a:br>
            <a:br>
              <a:rPr lang="en-US" sz="2400">
                <a:solidFill>
                  <a:srgbClr val="5B0F00"/>
                </a:solidFill>
                <a:latin typeface="Century Gothic"/>
                <a:ea typeface="Century Gothic"/>
                <a:cs typeface="Century Gothic"/>
                <a:sym typeface="Century Gothic"/>
              </a:rPr>
            </a:br>
            <a:r>
              <a:rPr b="1" lang="en-US" sz="2400">
                <a:solidFill>
                  <a:srgbClr val="5B0F00"/>
                </a:solidFill>
                <a:latin typeface="Century Gothic"/>
                <a:ea typeface="Century Gothic"/>
                <a:cs typeface="Century Gothic"/>
                <a:sym typeface="Century Gothic"/>
              </a:rPr>
              <a:t>Deliverable</a:t>
            </a:r>
            <a:r>
              <a:rPr lang="en-US" sz="2400">
                <a:solidFill>
                  <a:srgbClr val="5B0F00"/>
                </a:solidFill>
                <a:latin typeface="Century Gothic"/>
                <a:ea typeface="Century Gothic"/>
                <a:cs typeface="Century Gothic"/>
                <a:sym typeface="Century Gothic"/>
              </a:rPr>
              <a:t>:        </a:t>
            </a:r>
            <a:endParaRPr sz="2400">
              <a:solidFill>
                <a:srgbClr val="5B0F00"/>
              </a:solidFill>
              <a:latin typeface="Century Gothic"/>
              <a:ea typeface="Century Gothic"/>
              <a:cs typeface="Century Gothic"/>
              <a:sym typeface="Century Gothic"/>
            </a:endParaRPr>
          </a:p>
          <a:p>
            <a:pPr indent="0" lvl="0" marL="457200" rtl="0" algn="l">
              <a:spcBef>
                <a:spcPts val="0"/>
              </a:spcBef>
              <a:spcAft>
                <a:spcPts val="0"/>
              </a:spcAft>
              <a:buNone/>
            </a:pPr>
            <a:r>
              <a:rPr lang="en-US" sz="2400">
                <a:solidFill>
                  <a:srgbClr val="5B0F00"/>
                </a:solidFill>
                <a:latin typeface="Century Gothic"/>
                <a:ea typeface="Century Gothic"/>
                <a:cs typeface="Century Gothic"/>
                <a:sym typeface="Century Gothic"/>
              </a:rPr>
              <a:t>Send Conversational emails to indicated regions, focusing on their developing interests</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l">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a:p>
            <a:pPr indent="0" lvl="0" marL="457200" rtl="0" algn="ctr">
              <a:spcBef>
                <a:spcPts val="0"/>
              </a:spcBef>
              <a:spcAft>
                <a:spcPts val="0"/>
              </a:spcAft>
              <a:buNone/>
            </a:pPr>
            <a:r>
              <a:t/>
            </a:r>
            <a:endParaRPr sz="2400">
              <a:solidFill>
                <a:srgbClr val="5B0F00"/>
              </a:solidFill>
              <a:latin typeface="Century Gothic"/>
              <a:ea typeface="Century Gothic"/>
              <a:cs typeface="Century Gothic"/>
              <a:sym typeface="Century Gothic"/>
            </a:endParaRPr>
          </a:p>
        </p:txBody>
      </p:sp>
      <p:pic>
        <p:nvPicPr>
          <p:cNvPr id="605" name="Google Shape;605;p26"/>
          <p:cNvPicPr preferRelativeResize="0"/>
          <p:nvPr/>
        </p:nvPicPr>
        <p:blipFill>
          <a:blip r:embed="rId20">
            <a:alphaModFix/>
          </a:blip>
          <a:stretch>
            <a:fillRect/>
          </a:stretch>
        </p:blipFill>
        <p:spPr>
          <a:xfrm>
            <a:off x="12180594" y="1660613"/>
            <a:ext cx="708275" cy="7082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FEBDC"/>
        </a:solidFill>
      </p:bgPr>
    </p:bg>
    <p:spTree>
      <p:nvGrpSpPr>
        <p:cNvPr id="609" name="Shape 609"/>
        <p:cNvGrpSpPr/>
        <p:nvPr/>
      </p:nvGrpSpPr>
      <p:grpSpPr>
        <a:xfrm>
          <a:off x="0" y="0"/>
          <a:ext cx="0" cy="0"/>
          <a:chOff x="0" y="0"/>
          <a:chExt cx="0" cy="0"/>
        </a:xfrm>
      </p:grpSpPr>
      <p:pic>
        <p:nvPicPr>
          <p:cNvPr id="610" name="Google Shape;610;p27"/>
          <p:cNvPicPr preferRelativeResize="0"/>
          <p:nvPr/>
        </p:nvPicPr>
        <p:blipFill rotWithShape="1">
          <a:blip r:embed="rId3">
            <a:alphaModFix/>
          </a:blip>
          <a:srcRect b="0" l="0" r="0" t="0"/>
          <a:stretch/>
        </p:blipFill>
        <p:spPr>
          <a:xfrm>
            <a:off x="965200" y="6007100"/>
            <a:ext cx="3670300" cy="584200"/>
          </a:xfrm>
          <a:prstGeom prst="rect">
            <a:avLst/>
          </a:prstGeom>
          <a:noFill/>
          <a:ln>
            <a:noFill/>
          </a:ln>
        </p:spPr>
      </p:pic>
      <p:pic>
        <p:nvPicPr>
          <p:cNvPr id="611" name="Google Shape;611;p27"/>
          <p:cNvPicPr preferRelativeResize="0"/>
          <p:nvPr/>
        </p:nvPicPr>
        <p:blipFill rotWithShape="1">
          <a:blip r:embed="rId4">
            <a:alphaModFix/>
          </a:blip>
          <a:srcRect b="0" l="0" r="0" t="0"/>
          <a:stretch/>
        </p:blipFill>
        <p:spPr>
          <a:xfrm>
            <a:off x="4572000" y="6007100"/>
            <a:ext cx="3708400" cy="584200"/>
          </a:xfrm>
          <a:prstGeom prst="rect">
            <a:avLst/>
          </a:prstGeom>
          <a:noFill/>
          <a:ln>
            <a:noFill/>
          </a:ln>
        </p:spPr>
      </p:pic>
      <p:pic>
        <p:nvPicPr>
          <p:cNvPr id="612" name="Google Shape;612;p27"/>
          <p:cNvPicPr preferRelativeResize="0"/>
          <p:nvPr/>
        </p:nvPicPr>
        <p:blipFill rotWithShape="1">
          <a:blip r:embed="rId5">
            <a:alphaModFix/>
          </a:blip>
          <a:srcRect b="0" l="0" r="0" t="0"/>
          <a:stretch/>
        </p:blipFill>
        <p:spPr>
          <a:xfrm>
            <a:off x="8229600" y="6007100"/>
            <a:ext cx="3708400" cy="584200"/>
          </a:xfrm>
          <a:prstGeom prst="rect">
            <a:avLst/>
          </a:prstGeom>
          <a:noFill/>
          <a:ln>
            <a:noFill/>
          </a:ln>
        </p:spPr>
      </p:pic>
      <p:pic>
        <p:nvPicPr>
          <p:cNvPr id="613" name="Google Shape;613;p27"/>
          <p:cNvPicPr preferRelativeResize="0"/>
          <p:nvPr/>
        </p:nvPicPr>
        <p:blipFill rotWithShape="1">
          <a:blip r:embed="rId6">
            <a:alphaModFix/>
          </a:blip>
          <a:srcRect b="0" l="0" r="0" t="0"/>
          <a:stretch/>
        </p:blipFill>
        <p:spPr>
          <a:xfrm>
            <a:off x="11887200" y="6007100"/>
            <a:ext cx="3708400" cy="584200"/>
          </a:xfrm>
          <a:prstGeom prst="rect">
            <a:avLst/>
          </a:prstGeom>
          <a:noFill/>
          <a:ln>
            <a:noFill/>
          </a:ln>
        </p:spPr>
      </p:pic>
      <p:pic>
        <p:nvPicPr>
          <p:cNvPr id="614" name="Google Shape;614;p27"/>
          <p:cNvPicPr preferRelativeResize="0"/>
          <p:nvPr/>
        </p:nvPicPr>
        <p:blipFill rotWithShape="1">
          <a:blip r:embed="rId7">
            <a:alphaModFix/>
          </a:blip>
          <a:srcRect b="0" l="0" r="0" t="0"/>
          <a:stretch/>
        </p:blipFill>
        <p:spPr>
          <a:xfrm rot="10800000">
            <a:off x="0" y="0"/>
            <a:ext cx="4940300" cy="2654300"/>
          </a:xfrm>
          <a:prstGeom prst="rect">
            <a:avLst/>
          </a:prstGeom>
          <a:noFill/>
          <a:ln>
            <a:noFill/>
          </a:ln>
        </p:spPr>
      </p:pic>
      <p:pic>
        <p:nvPicPr>
          <p:cNvPr id="615" name="Google Shape;615;p27"/>
          <p:cNvPicPr preferRelativeResize="0"/>
          <p:nvPr/>
        </p:nvPicPr>
        <p:blipFill rotWithShape="1">
          <a:blip r:embed="rId7">
            <a:alphaModFix/>
          </a:blip>
          <a:srcRect b="0" l="0" r="0" t="0"/>
          <a:stretch/>
        </p:blipFill>
        <p:spPr>
          <a:xfrm>
            <a:off x="13347700" y="7632700"/>
            <a:ext cx="4940300" cy="2654300"/>
          </a:xfrm>
          <a:prstGeom prst="rect">
            <a:avLst/>
          </a:prstGeom>
          <a:noFill/>
          <a:ln>
            <a:noFill/>
          </a:ln>
        </p:spPr>
      </p:pic>
      <p:sp>
        <p:nvSpPr>
          <p:cNvPr id="616" name="Google Shape;616;p27"/>
          <p:cNvSpPr txBox="1"/>
          <p:nvPr/>
        </p:nvSpPr>
        <p:spPr>
          <a:xfrm>
            <a:off x="1206500" y="965200"/>
            <a:ext cx="85217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lang="en-US" sz="6000">
                <a:solidFill>
                  <a:srgbClr val="403C29"/>
                </a:solidFill>
              </a:rPr>
              <a:t>Deliverables</a:t>
            </a:r>
            <a:endParaRPr/>
          </a:p>
        </p:txBody>
      </p:sp>
      <p:sp>
        <p:nvSpPr>
          <p:cNvPr id="617" name="Google Shape;617;p27"/>
          <p:cNvSpPr txBox="1"/>
          <p:nvPr/>
        </p:nvSpPr>
        <p:spPr>
          <a:xfrm>
            <a:off x="16662400" y="1079500"/>
            <a:ext cx="762000" cy="6350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3600">
                <a:solidFill>
                  <a:srgbClr val="BBB288"/>
                </a:solidFill>
                <a:latin typeface="Noto Sans Thin"/>
                <a:ea typeface="Noto Sans Thin"/>
                <a:cs typeface="Noto Sans Thin"/>
                <a:sym typeface="Noto Sans Thin"/>
              </a:rPr>
              <a:t>13</a:t>
            </a:r>
            <a:endParaRPr/>
          </a:p>
        </p:txBody>
      </p:sp>
      <p:sp>
        <p:nvSpPr>
          <p:cNvPr id="618" name="Google Shape;618;p27"/>
          <p:cNvSpPr txBox="1"/>
          <p:nvPr/>
        </p:nvSpPr>
        <p:spPr>
          <a:xfrm rot="-5400000">
            <a:off x="14503400" y="4699000"/>
            <a:ext cx="5067300" cy="2159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1200">
                <a:solidFill>
                  <a:srgbClr val="BBB288"/>
                </a:solidFill>
                <a:latin typeface="Noto Sans"/>
                <a:ea typeface="Noto Sans"/>
                <a:cs typeface="Noto Sans"/>
                <a:sym typeface="Noto Sans"/>
              </a:rPr>
              <a:t>Deliverables</a:t>
            </a:r>
            <a:endParaRPr/>
          </a:p>
        </p:txBody>
      </p:sp>
      <p:sp>
        <p:nvSpPr>
          <p:cNvPr id="619" name="Google Shape;619;p27"/>
          <p:cNvSpPr txBox="1"/>
          <p:nvPr/>
        </p:nvSpPr>
        <p:spPr>
          <a:xfrm>
            <a:off x="1206500" y="1949400"/>
            <a:ext cx="8369400" cy="6222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lang="en-US" sz="1600">
                <a:solidFill>
                  <a:srgbClr val="403C29"/>
                </a:solidFill>
                <a:latin typeface="Noto Sans"/>
                <a:ea typeface="Noto Sans"/>
                <a:cs typeface="Noto Sans"/>
                <a:sym typeface="Noto Sans"/>
              </a:rPr>
              <a:t>This plan of action outlines our strategy for Timeless Transport Models to maximize their profitability through the second half of 2005</a:t>
            </a:r>
            <a:endParaRPr/>
          </a:p>
        </p:txBody>
      </p:sp>
      <p:sp>
        <p:nvSpPr>
          <p:cNvPr id="620" name="Google Shape;620;p27"/>
          <p:cNvSpPr txBox="1"/>
          <p:nvPr/>
        </p:nvSpPr>
        <p:spPr>
          <a:xfrm>
            <a:off x="159800" y="5422900"/>
            <a:ext cx="1778100" cy="495300"/>
          </a:xfrm>
          <a:prstGeom prst="rect">
            <a:avLst/>
          </a:prstGeom>
          <a:noFill/>
          <a:ln>
            <a:noFill/>
          </a:ln>
        </p:spPr>
        <p:txBody>
          <a:bodyPr anchorCtr="0" anchor="ctr" bIns="0" lIns="0" spcFirstLastPara="1" rIns="0" wrap="square" tIns="0">
            <a:noAutofit/>
          </a:bodyPr>
          <a:lstStyle/>
          <a:p>
            <a:pPr indent="0" lvl="0" marL="0" marR="0" rtl="0" algn="ctr">
              <a:lnSpc>
                <a:spcPct val="141100"/>
              </a:lnSpc>
              <a:spcBef>
                <a:spcPts val="0"/>
              </a:spcBef>
              <a:spcAft>
                <a:spcPts val="0"/>
              </a:spcAft>
              <a:buNone/>
            </a:pPr>
            <a:r>
              <a:rPr lang="en-US" sz="2800">
                <a:solidFill>
                  <a:srgbClr val="746B42"/>
                </a:solidFill>
              </a:rPr>
              <a:t>June </a:t>
            </a:r>
            <a:r>
              <a:rPr b="0" i="0" lang="en-US" sz="2800" u="none" cap="none" strike="noStrike">
                <a:solidFill>
                  <a:srgbClr val="746B42"/>
                </a:solidFill>
                <a:latin typeface="Arial"/>
                <a:ea typeface="Arial"/>
                <a:cs typeface="Arial"/>
                <a:sym typeface="Arial"/>
              </a:rPr>
              <a:t>20</a:t>
            </a:r>
            <a:r>
              <a:rPr lang="en-US" sz="2800">
                <a:solidFill>
                  <a:srgbClr val="746B42"/>
                </a:solidFill>
              </a:rPr>
              <a:t>05</a:t>
            </a:r>
            <a:endParaRPr/>
          </a:p>
        </p:txBody>
      </p:sp>
      <p:pic>
        <p:nvPicPr>
          <p:cNvPr id="621" name="Google Shape;621;p27"/>
          <p:cNvPicPr preferRelativeResize="0"/>
          <p:nvPr/>
        </p:nvPicPr>
        <p:blipFill rotWithShape="1">
          <a:blip r:embed="rId8">
            <a:alphaModFix/>
          </a:blip>
          <a:srcRect b="0" l="0" r="0" t="0"/>
          <a:stretch/>
        </p:blipFill>
        <p:spPr>
          <a:xfrm rot="-5400000">
            <a:off x="2184364" y="6838925"/>
            <a:ext cx="952500" cy="165100"/>
          </a:xfrm>
          <a:prstGeom prst="rect">
            <a:avLst/>
          </a:prstGeom>
          <a:noFill/>
          <a:ln>
            <a:noFill/>
          </a:ln>
        </p:spPr>
      </p:pic>
      <p:pic>
        <p:nvPicPr>
          <p:cNvPr id="622" name="Google Shape;622;p27"/>
          <p:cNvPicPr preferRelativeResize="0"/>
          <p:nvPr/>
        </p:nvPicPr>
        <p:blipFill rotWithShape="1">
          <a:blip r:embed="rId9">
            <a:alphaModFix/>
          </a:blip>
          <a:srcRect b="0" l="0" r="0" t="0"/>
          <a:stretch/>
        </p:blipFill>
        <p:spPr>
          <a:xfrm>
            <a:off x="2164050" y="5740375"/>
            <a:ext cx="952500" cy="952500"/>
          </a:xfrm>
          <a:prstGeom prst="rect">
            <a:avLst/>
          </a:prstGeom>
          <a:noFill/>
          <a:ln>
            <a:noFill/>
          </a:ln>
        </p:spPr>
      </p:pic>
      <p:sp>
        <p:nvSpPr>
          <p:cNvPr id="623" name="Google Shape;623;p27"/>
          <p:cNvSpPr txBox="1"/>
          <p:nvPr/>
        </p:nvSpPr>
        <p:spPr>
          <a:xfrm>
            <a:off x="2211050" y="7442275"/>
            <a:ext cx="3251100" cy="4317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2400">
                <a:solidFill>
                  <a:srgbClr val="403C29"/>
                </a:solidFill>
                <a:latin typeface="Noto Sans"/>
                <a:ea typeface="Noto Sans"/>
                <a:cs typeface="Noto Sans"/>
                <a:sym typeface="Noto Sans"/>
              </a:rPr>
              <a:t>Halt Train Production</a:t>
            </a:r>
            <a:endParaRPr/>
          </a:p>
        </p:txBody>
      </p:sp>
      <p:sp>
        <p:nvSpPr>
          <p:cNvPr id="624" name="Google Shape;624;p27"/>
          <p:cNvSpPr txBox="1"/>
          <p:nvPr/>
        </p:nvSpPr>
        <p:spPr>
          <a:xfrm>
            <a:off x="2211050" y="7632825"/>
            <a:ext cx="2578200" cy="1390500"/>
          </a:xfrm>
          <a:prstGeom prst="rect">
            <a:avLst/>
          </a:prstGeom>
          <a:noFill/>
          <a:ln>
            <a:noFill/>
          </a:ln>
        </p:spPr>
        <p:txBody>
          <a:bodyPr anchorCtr="0" anchor="ctr" bIns="0" lIns="0" spcFirstLastPara="1" rIns="0" wrap="square" tIns="0">
            <a:noAutofit/>
          </a:bodyPr>
          <a:lstStyle/>
          <a:p>
            <a:pPr indent="0" lvl="0" marL="0" marR="0" rtl="0" algn="l">
              <a:lnSpc>
                <a:spcPct val="132800"/>
              </a:lnSpc>
              <a:spcBef>
                <a:spcPts val="0"/>
              </a:spcBef>
              <a:spcAft>
                <a:spcPts val="0"/>
              </a:spcAft>
              <a:buNone/>
            </a:pPr>
            <a:r>
              <a:rPr lang="en-US" sz="1600">
                <a:solidFill>
                  <a:srgbClr val="887F57"/>
                </a:solidFill>
                <a:latin typeface="Noto Sans"/>
                <a:ea typeface="Noto Sans"/>
                <a:cs typeface="Noto Sans"/>
                <a:sym typeface="Noto Sans"/>
              </a:rPr>
              <a:t>Halt train production and reallocate space for active productions</a:t>
            </a:r>
            <a:endParaRPr/>
          </a:p>
        </p:txBody>
      </p:sp>
      <p:sp>
        <p:nvSpPr>
          <p:cNvPr id="625" name="Google Shape;625;p27"/>
          <p:cNvSpPr txBox="1"/>
          <p:nvPr/>
        </p:nvSpPr>
        <p:spPr>
          <a:xfrm>
            <a:off x="12513713" y="2610825"/>
            <a:ext cx="3251100" cy="4317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2400">
                <a:solidFill>
                  <a:srgbClr val="403C29"/>
                </a:solidFill>
                <a:latin typeface="Noto Sans"/>
                <a:ea typeface="Noto Sans"/>
                <a:cs typeface="Noto Sans"/>
                <a:sym typeface="Noto Sans"/>
              </a:rPr>
              <a:t>Expand our Reach</a:t>
            </a:r>
            <a:endParaRPr/>
          </a:p>
        </p:txBody>
      </p:sp>
      <p:sp>
        <p:nvSpPr>
          <p:cNvPr id="626" name="Google Shape;626;p27"/>
          <p:cNvSpPr txBox="1"/>
          <p:nvPr/>
        </p:nvSpPr>
        <p:spPr>
          <a:xfrm>
            <a:off x="12513713" y="3110088"/>
            <a:ext cx="2781300" cy="1390500"/>
          </a:xfrm>
          <a:prstGeom prst="rect">
            <a:avLst/>
          </a:prstGeom>
          <a:noFill/>
          <a:ln>
            <a:noFill/>
          </a:ln>
        </p:spPr>
        <p:txBody>
          <a:bodyPr anchorCtr="0" anchor="t" bIns="0" lIns="0" spcFirstLastPara="1" rIns="0" wrap="square" tIns="0">
            <a:noAutofit/>
          </a:bodyPr>
          <a:lstStyle/>
          <a:p>
            <a:pPr indent="0" lvl="0" marL="0" marR="0" rtl="0" algn="l">
              <a:lnSpc>
                <a:spcPct val="132800"/>
              </a:lnSpc>
              <a:spcBef>
                <a:spcPts val="0"/>
              </a:spcBef>
              <a:spcAft>
                <a:spcPts val="0"/>
              </a:spcAft>
              <a:buNone/>
            </a:pPr>
            <a:r>
              <a:rPr lang="en-US" sz="1600">
                <a:solidFill>
                  <a:srgbClr val="887F57"/>
                </a:solidFill>
                <a:latin typeface="Noto Sans"/>
                <a:ea typeface="Noto Sans"/>
                <a:cs typeface="Noto Sans"/>
                <a:sym typeface="Noto Sans"/>
              </a:rPr>
              <a:t>High potential markets in UK, Japan, Singapore, Australia, and South America. Send conversational emails on high engagement days (Wed and Fri)</a:t>
            </a:r>
            <a:endParaRPr/>
          </a:p>
        </p:txBody>
      </p:sp>
      <p:pic>
        <p:nvPicPr>
          <p:cNvPr id="627" name="Google Shape;627;p27"/>
          <p:cNvPicPr preferRelativeResize="0"/>
          <p:nvPr/>
        </p:nvPicPr>
        <p:blipFill rotWithShape="1">
          <a:blip r:embed="rId10">
            <a:alphaModFix/>
          </a:blip>
          <a:srcRect b="0" l="0" r="0" t="0"/>
          <a:stretch/>
        </p:blipFill>
        <p:spPr>
          <a:xfrm flipH="1" rot="5400000">
            <a:off x="9627022" y="6948151"/>
            <a:ext cx="952500" cy="165100"/>
          </a:xfrm>
          <a:prstGeom prst="rect">
            <a:avLst/>
          </a:prstGeom>
          <a:noFill/>
          <a:ln>
            <a:noFill/>
          </a:ln>
        </p:spPr>
      </p:pic>
      <p:sp>
        <p:nvSpPr>
          <p:cNvPr id="628" name="Google Shape;628;p27"/>
          <p:cNvSpPr txBox="1"/>
          <p:nvPr/>
        </p:nvSpPr>
        <p:spPr>
          <a:xfrm>
            <a:off x="9405597" y="7486750"/>
            <a:ext cx="3251100" cy="4317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2400">
                <a:solidFill>
                  <a:srgbClr val="403C29"/>
                </a:solidFill>
                <a:latin typeface="Noto Sans"/>
                <a:ea typeface="Noto Sans"/>
                <a:cs typeface="Noto Sans"/>
                <a:sym typeface="Noto Sans"/>
              </a:rPr>
              <a:t>Increase Pricing</a:t>
            </a:r>
            <a:endParaRPr/>
          </a:p>
        </p:txBody>
      </p:sp>
      <p:pic>
        <p:nvPicPr>
          <p:cNvPr id="629" name="Google Shape;629;p27"/>
          <p:cNvPicPr preferRelativeResize="0"/>
          <p:nvPr/>
        </p:nvPicPr>
        <p:blipFill rotWithShape="1">
          <a:blip r:embed="rId11">
            <a:alphaModFix/>
          </a:blip>
          <a:srcRect b="0" l="0" r="0" t="0"/>
          <a:stretch/>
        </p:blipFill>
        <p:spPr>
          <a:xfrm>
            <a:off x="9627022" y="5829300"/>
            <a:ext cx="952500" cy="952500"/>
          </a:xfrm>
          <a:prstGeom prst="rect">
            <a:avLst/>
          </a:prstGeom>
          <a:noFill/>
          <a:ln>
            <a:noFill/>
          </a:ln>
        </p:spPr>
      </p:pic>
      <p:pic>
        <p:nvPicPr>
          <p:cNvPr id="630" name="Google Shape;630;p27"/>
          <p:cNvPicPr preferRelativeResize="0"/>
          <p:nvPr/>
        </p:nvPicPr>
        <p:blipFill rotWithShape="1">
          <a:blip r:embed="rId12">
            <a:alphaModFix/>
          </a:blip>
          <a:srcRect b="0" l="0" r="0" t="0"/>
          <a:stretch/>
        </p:blipFill>
        <p:spPr>
          <a:xfrm rot="5400000">
            <a:off x="13258800" y="5588000"/>
            <a:ext cx="952500" cy="165100"/>
          </a:xfrm>
          <a:prstGeom prst="rect">
            <a:avLst/>
          </a:prstGeom>
          <a:noFill/>
          <a:ln>
            <a:noFill/>
          </a:ln>
        </p:spPr>
      </p:pic>
      <p:sp>
        <p:nvSpPr>
          <p:cNvPr id="631" name="Google Shape;631;p27"/>
          <p:cNvSpPr txBox="1"/>
          <p:nvPr/>
        </p:nvSpPr>
        <p:spPr>
          <a:xfrm>
            <a:off x="9405597" y="7962900"/>
            <a:ext cx="2781300" cy="813300"/>
          </a:xfrm>
          <a:prstGeom prst="rect">
            <a:avLst/>
          </a:prstGeom>
          <a:noFill/>
          <a:ln>
            <a:noFill/>
          </a:ln>
        </p:spPr>
        <p:txBody>
          <a:bodyPr anchorCtr="0" anchor="ctr" bIns="0" lIns="0" spcFirstLastPara="1" rIns="0" wrap="square" tIns="0">
            <a:noAutofit/>
          </a:bodyPr>
          <a:lstStyle/>
          <a:p>
            <a:pPr indent="0" lvl="0" marL="0" marR="0" rtl="0" algn="l">
              <a:lnSpc>
                <a:spcPct val="132800"/>
              </a:lnSpc>
              <a:spcBef>
                <a:spcPts val="0"/>
              </a:spcBef>
              <a:spcAft>
                <a:spcPts val="0"/>
              </a:spcAft>
              <a:buNone/>
            </a:pPr>
            <a:r>
              <a:rPr lang="en-US" sz="1600">
                <a:solidFill>
                  <a:srgbClr val="887F57"/>
                </a:solidFill>
                <a:latin typeface="Noto Sans"/>
                <a:ea typeface="Noto Sans"/>
                <a:cs typeface="Noto Sans"/>
                <a:sym typeface="Noto Sans"/>
              </a:rPr>
              <a:t>Increase minimum unit selling point to  </a:t>
            </a:r>
            <a:endParaRPr sz="1600">
              <a:solidFill>
                <a:srgbClr val="887F57"/>
              </a:solidFill>
              <a:latin typeface="Noto Sans"/>
              <a:ea typeface="Noto Sans"/>
              <a:cs typeface="Noto Sans"/>
              <a:sym typeface="Noto Sans"/>
            </a:endParaRPr>
          </a:p>
          <a:p>
            <a:pPr indent="0" lvl="0" marL="0" marR="0" rtl="0" algn="l">
              <a:lnSpc>
                <a:spcPct val="132800"/>
              </a:lnSpc>
              <a:spcBef>
                <a:spcPts val="0"/>
              </a:spcBef>
              <a:spcAft>
                <a:spcPts val="0"/>
              </a:spcAft>
              <a:buNone/>
            </a:pPr>
            <a:r>
              <a:rPr lang="en-US" sz="1600">
                <a:solidFill>
                  <a:srgbClr val="887F57"/>
                </a:solidFill>
                <a:latin typeface="Noto Sans"/>
                <a:ea typeface="Noto Sans"/>
                <a:cs typeface="Noto Sans"/>
                <a:sym typeface="Noto Sans"/>
              </a:rPr>
              <a:t>CPU + 10-15% margin buffer</a:t>
            </a:r>
            <a:endParaRPr/>
          </a:p>
        </p:txBody>
      </p:sp>
      <p:pic>
        <p:nvPicPr>
          <p:cNvPr id="632" name="Google Shape;632;p27"/>
          <p:cNvPicPr preferRelativeResize="0"/>
          <p:nvPr/>
        </p:nvPicPr>
        <p:blipFill rotWithShape="1">
          <a:blip r:embed="rId13">
            <a:alphaModFix/>
          </a:blip>
          <a:srcRect b="0" l="0" r="0" t="0"/>
          <a:stretch/>
        </p:blipFill>
        <p:spPr>
          <a:xfrm>
            <a:off x="-317500" y="6007100"/>
            <a:ext cx="1358900" cy="584200"/>
          </a:xfrm>
          <a:prstGeom prst="rect">
            <a:avLst/>
          </a:prstGeom>
          <a:noFill/>
          <a:ln>
            <a:noFill/>
          </a:ln>
        </p:spPr>
      </p:pic>
      <p:sp>
        <p:nvSpPr>
          <p:cNvPr id="633" name="Google Shape;633;p27"/>
          <p:cNvSpPr txBox="1"/>
          <p:nvPr/>
        </p:nvSpPr>
        <p:spPr>
          <a:xfrm>
            <a:off x="6136089" y="3220775"/>
            <a:ext cx="3251100" cy="431700"/>
          </a:xfrm>
          <a:prstGeom prst="rect">
            <a:avLst/>
          </a:prstGeom>
          <a:noFill/>
          <a:ln>
            <a:noFill/>
          </a:ln>
        </p:spPr>
        <p:txBody>
          <a:bodyPr anchorCtr="0" anchor="ctr" bIns="0" lIns="0" spcFirstLastPara="1" rIns="0" wrap="square" tIns="0">
            <a:noAutofit/>
          </a:bodyPr>
          <a:lstStyle/>
          <a:p>
            <a:pPr indent="0" lvl="0" marL="0" marR="0" rtl="0" algn="l">
              <a:lnSpc>
                <a:spcPct val="141100"/>
              </a:lnSpc>
              <a:spcBef>
                <a:spcPts val="0"/>
              </a:spcBef>
              <a:spcAft>
                <a:spcPts val="0"/>
              </a:spcAft>
              <a:buNone/>
            </a:pPr>
            <a:r>
              <a:rPr b="1" lang="en-US" sz="2400">
                <a:solidFill>
                  <a:srgbClr val="403C29"/>
                </a:solidFill>
                <a:latin typeface="Noto Sans"/>
                <a:ea typeface="Noto Sans"/>
                <a:cs typeface="Noto Sans"/>
                <a:sym typeface="Noto Sans"/>
              </a:rPr>
              <a:t>Schedule Production</a:t>
            </a:r>
            <a:endParaRPr/>
          </a:p>
        </p:txBody>
      </p:sp>
      <p:sp>
        <p:nvSpPr>
          <p:cNvPr id="634" name="Google Shape;634;p27"/>
          <p:cNvSpPr txBox="1"/>
          <p:nvPr/>
        </p:nvSpPr>
        <p:spPr>
          <a:xfrm>
            <a:off x="6136089" y="3787843"/>
            <a:ext cx="2781300" cy="1225500"/>
          </a:xfrm>
          <a:prstGeom prst="rect">
            <a:avLst/>
          </a:prstGeom>
          <a:noFill/>
          <a:ln>
            <a:noFill/>
          </a:ln>
        </p:spPr>
        <p:txBody>
          <a:bodyPr anchorCtr="0" anchor="ctr" bIns="0" lIns="0" spcFirstLastPara="1" rIns="0" wrap="square" tIns="0">
            <a:noAutofit/>
          </a:bodyPr>
          <a:lstStyle/>
          <a:p>
            <a:pPr indent="0" lvl="0" marL="0" marR="0" rtl="0" algn="l">
              <a:lnSpc>
                <a:spcPct val="132800"/>
              </a:lnSpc>
              <a:spcBef>
                <a:spcPts val="0"/>
              </a:spcBef>
              <a:spcAft>
                <a:spcPts val="0"/>
              </a:spcAft>
              <a:buNone/>
            </a:pPr>
            <a:r>
              <a:rPr lang="en-US" sz="1600">
                <a:solidFill>
                  <a:srgbClr val="887F57"/>
                </a:solidFill>
                <a:latin typeface="Noto Sans"/>
                <a:ea typeface="Noto Sans"/>
                <a:cs typeface="Noto Sans"/>
                <a:sym typeface="Noto Sans"/>
              </a:rPr>
              <a:t>Schedule production increases for August and November-December based forecast ranges</a:t>
            </a:r>
            <a:endParaRPr/>
          </a:p>
        </p:txBody>
      </p:sp>
      <p:pic>
        <p:nvPicPr>
          <p:cNvPr id="635" name="Google Shape;635;p27"/>
          <p:cNvPicPr preferRelativeResize="0"/>
          <p:nvPr/>
        </p:nvPicPr>
        <p:blipFill>
          <a:blip r:embed="rId14">
            <a:alphaModFix/>
          </a:blip>
          <a:stretch>
            <a:fillRect/>
          </a:stretch>
        </p:blipFill>
        <p:spPr>
          <a:xfrm>
            <a:off x="2322800" y="5928334"/>
            <a:ext cx="635000" cy="635000"/>
          </a:xfrm>
          <a:prstGeom prst="rect">
            <a:avLst/>
          </a:prstGeom>
          <a:noFill/>
          <a:ln>
            <a:noFill/>
          </a:ln>
        </p:spPr>
      </p:pic>
      <p:pic>
        <p:nvPicPr>
          <p:cNvPr id="636" name="Google Shape;636;p27"/>
          <p:cNvPicPr preferRelativeResize="0"/>
          <p:nvPr/>
        </p:nvPicPr>
        <p:blipFill rotWithShape="1">
          <a:blip r:embed="rId8">
            <a:alphaModFix/>
          </a:blip>
          <a:srcRect b="0" l="0" r="0" t="0"/>
          <a:stretch/>
        </p:blipFill>
        <p:spPr>
          <a:xfrm flipH="1" rot="-5400000">
            <a:off x="5918140" y="5585450"/>
            <a:ext cx="952500" cy="165100"/>
          </a:xfrm>
          <a:prstGeom prst="rect">
            <a:avLst/>
          </a:prstGeom>
          <a:noFill/>
          <a:ln>
            <a:noFill/>
          </a:ln>
        </p:spPr>
      </p:pic>
      <p:pic>
        <p:nvPicPr>
          <p:cNvPr id="637" name="Google Shape;637;p27"/>
          <p:cNvPicPr preferRelativeResize="0"/>
          <p:nvPr/>
        </p:nvPicPr>
        <p:blipFill rotWithShape="1">
          <a:blip r:embed="rId9">
            <a:alphaModFix/>
          </a:blip>
          <a:srcRect b="0" l="0" r="0" t="0"/>
          <a:stretch/>
        </p:blipFill>
        <p:spPr>
          <a:xfrm>
            <a:off x="5918151" y="5884523"/>
            <a:ext cx="952500" cy="952500"/>
          </a:xfrm>
          <a:prstGeom prst="rect">
            <a:avLst/>
          </a:prstGeom>
          <a:noFill/>
          <a:ln>
            <a:noFill/>
          </a:ln>
        </p:spPr>
      </p:pic>
      <p:pic>
        <p:nvPicPr>
          <p:cNvPr id="638" name="Google Shape;638;p27"/>
          <p:cNvPicPr preferRelativeResize="0"/>
          <p:nvPr/>
        </p:nvPicPr>
        <p:blipFill>
          <a:blip r:embed="rId15">
            <a:alphaModFix/>
          </a:blip>
          <a:stretch>
            <a:fillRect/>
          </a:stretch>
        </p:blipFill>
        <p:spPr>
          <a:xfrm>
            <a:off x="6136093" y="6066778"/>
            <a:ext cx="563775" cy="563775"/>
          </a:xfrm>
          <a:prstGeom prst="rect">
            <a:avLst/>
          </a:prstGeom>
          <a:noFill/>
          <a:ln>
            <a:noFill/>
          </a:ln>
        </p:spPr>
      </p:pic>
      <p:pic>
        <p:nvPicPr>
          <p:cNvPr id="639" name="Google Shape;639;p27"/>
          <p:cNvPicPr preferRelativeResize="0"/>
          <p:nvPr/>
        </p:nvPicPr>
        <p:blipFill>
          <a:blip r:embed="rId16">
            <a:alphaModFix/>
          </a:blip>
          <a:stretch>
            <a:fillRect/>
          </a:stretch>
        </p:blipFill>
        <p:spPr>
          <a:xfrm>
            <a:off x="9803554" y="5975380"/>
            <a:ext cx="635000" cy="635000"/>
          </a:xfrm>
          <a:prstGeom prst="rect">
            <a:avLst/>
          </a:prstGeom>
          <a:noFill/>
          <a:ln>
            <a:noFill/>
          </a:ln>
        </p:spPr>
      </p:pic>
      <p:pic>
        <p:nvPicPr>
          <p:cNvPr id="640" name="Google Shape;640;p27"/>
          <p:cNvPicPr preferRelativeResize="0"/>
          <p:nvPr/>
        </p:nvPicPr>
        <p:blipFill rotWithShape="1">
          <a:blip r:embed="rId17">
            <a:alphaModFix/>
          </a:blip>
          <a:srcRect b="0" l="0" r="0" t="0"/>
          <a:stretch/>
        </p:blipFill>
        <p:spPr>
          <a:xfrm>
            <a:off x="13268138" y="5829300"/>
            <a:ext cx="952500" cy="952500"/>
          </a:xfrm>
          <a:prstGeom prst="rect">
            <a:avLst/>
          </a:prstGeom>
          <a:noFill/>
          <a:ln>
            <a:noFill/>
          </a:ln>
        </p:spPr>
      </p:pic>
      <p:pic>
        <p:nvPicPr>
          <p:cNvPr id="641" name="Google Shape;641;p27"/>
          <p:cNvPicPr preferRelativeResize="0"/>
          <p:nvPr/>
        </p:nvPicPr>
        <p:blipFill rotWithShape="1">
          <a:blip r:embed="rId18">
            <a:alphaModFix/>
          </a:blip>
          <a:srcRect b="0" l="0" r="0" t="0"/>
          <a:stretch/>
        </p:blipFill>
        <p:spPr>
          <a:xfrm>
            <a:off x="13445938" y="6007100"/>
            <a:ext cx="584200" cy="5842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4D17B"/>
        </a:solidFill>
      </p:bgPr>
    </p:bg>
    <p:spTree>
      <p:nvGrpSpPr>
        <p:cNvPr id="645" name="Shape 645"/>
        <p:cNvGrpSpPr/>
        <p:nvPr/>
      </p:nvGrpSpPr>
      <p:grpSpPr>
        <a:xfrm>
          <a:off x="0" y="0"/>
          <a:ext cx="0" cy="0"/>
          <a:chOff x="0" y="0"/>
          <a:chExt cx="0" cy="0"/>
        </a:xfrm>
      </p:grpSpPr>
      <p:pic>
        <p:nvPicPr>
          <p:cNvPr id="646" name="Google Shape;646;p28"/>
          <p:cNvPicPr preferRelativeResize="0"/>
          <p:nvPr/>
        </p:nvPicPr>
        <p:blipFill rotWithShape="1">
          <a:blip r:embed="rId3">
            <a:alphaModFix/>
          </a:blip>
          <a:srcRect b="0" l="0" r="0" t="0"/>
          <a:stretch/>
        </p:blipFill>
        <p:spPr>
          <a:xfrm>
            <a:off x="0" y="0"/>
            <a:ext cx="18288000" cy="6883400"/>
          </a:xfrm>
          <a:prstGeom prst="rect">
            <a:avLst/>
          </a:prstGeom>
          <a:noFill/>
          <a:ln>
            <a:noFill/>
          </a:ln>
        </p:spPr>
      </p:pic>
      <p:sp>
        <p:nvSpPr>
          <p:cNvPr id="647" name="Google Shape;647;p28"/>
          <p:cNvSpPr txBox="1"/>
          <p:nvPr/>
        </p:nvSpPr>
        <p:spPr>
          <a:xfrm>
            <a:off x="825500" y="7962900"/>
            <a:ext cx="9563100" cy="1066800"/>
          </a:xfrm>
          <a:prstGeom prst="rect">
            <a:avLst/>
          </a:prstGeom>
          <a:noFill/>
          <a:ln>
            <a:noFill/>
          </a:ln>
        </p:spPr>
        <p:txBody>
          <a:bodyPr anchorCtr="0" anchor="ctr" bIns="0" lIns="0" spcFirstLastPara="1" rIns="0" wrap="square" tIns="0">
            <a:noAutofit/>
          </a:bodyPr>
          <a:lstStyle/>
          <a:p>
            <a:pPr indent="0" lvl="0" marL="0" marR="0" rtl="0" algn="l">
              <a:lnSpc>
                <a:spcPct val="99600"/>
              </a:lnSpc>
              <a:spcBef>
                <a:spcPts val="0"/>
              </a:spcBef>
              <a:spcAft>
                <a:spcPts val="0"/>
              </a:spcAft>
              <a:buNone/>
            </a:pPr>
            <a:r>
              <a:rPr b="0" i="0" lang="en-US" sz="6000" u="none" cap="none" strike="noStrike">
                <a:solidFill>
                  <a:srgbClr val="403C29"/>
                </a:solidFill>
                <a:latin typeface="Arial"/>
                <a:ea typeface="Arial"/>
                <a:cs typeface="Arial"/>
                <a:sym typeface="Arial"/>
              </a:rPr>
              <a:t>Thank you</a:t>
            </a:r>
            <a:endParaRPr/>
          </a:p>
        </p:txBody>
      </p:sp>
      <p:sp>
        <p:nvSpPr>
          <p:cNvPr id="648" name="Google Shape;648;p28"/>
          <p:cNvSpPr txBox="1"/>
          <p:nvPr/>
        </p:nvSpPr>
        <p:spPr>
          <a:xfrm>
            <a:off x="13826863" y="7556500"/>
            <a:ext cx="1079400" cy="3048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1" i="0" lang="en-US" sz="1700" u="none" cap="none" strike="noStrike">
                <a:solidFill>
                  <a:srgbClr val="000000"/>
                </a:solidFill>
                <a:latin typeface="Noto Sans"/>
                <a:ea typeface="Noto Sans"/>
                <a:cs typeface="Noto Sans"/>
                <a:sym typeface="Noto Sans"/>
              </a:rPr>
              <a:t>E-mail</a:t>
            </a:r>
            <a:endParaRPr/>
          </a:p>
        </p:txBody>
      </p:sp>
      <p:sp>
        <p:nvSpPr>
          <p:cNvPr id="649" name="Google Shape;649;p28"/>
          <p:cNvSpPr txBox="1"/>
          <p:nvPr/>
        </p:nvSpPr>
        <p:spPr>
          <a:xfrm>
            <a:off x="14906275" y="7569200"/>
            <a:ext cx="3149700" cy="2922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1700">
                <a:latin typeface="Noto Sans"/>
                <a:ea typeface="Noto Sans"/>
                <a:cs typeface="Noto Sans"/>
                <a:sym typeface="Noto Sans"/>
              </a:rPr>
              <a:t>TimelessTM@fake.com</a:t>
            </a:r>
            <a:endParaRPr/>
          </a:p>
        </p:txBody>
      </p:sp>
      <p:pic>
        <p:nvPicPr>
          <p:cNvPr id="650" name="Google Shape;650;p28"/>
          <p:cNvPicPr preferRelativeResize="0"/>
          <p:nvPr/>
        </p:nvPicPr>
        <p:blipFill rotWithShape="1">
          <a:blip r:embed="rId4">
            <a:alphaModFix amt="40000"/>
          </a:blip>
          <a:srcRect b="0" l="0" r="0" t="0"/>
          <a:stretch/>
        </p:blipFill>
        <p:spPr>
          <a:xfrm>
            <a:off x="13169900" y="7416800"/>
            <a:ext cx="647700" cy="647700"/>
          </a:xfrm>
          <a:prstGeom prst="rect">
            <a:avLst/>
          </a:prstGeom>
          <a:noFill/>
          <a:ln>
            <a:noFill/>
          </a:ln>
        </p:spPr>
      </p:pic>
      <p:pic>
        <p:nvPicPr>
          <p:cNvPr id="651" name="Google Shape;651;p28"/>
          <p:cNvPicPr preferRelativeResize="0"/>
          <p:nvPr/>
        </p:nvPicPr>
        <p:blipFill rotWithShape="1">
          <a:blip r:embed="rId5">
            <a:alphaModFix/>
          </a:blip>
          <a:srcRect b="0" l="0" r="0" t="0"/>
          <a:stretch/>
        </p:blipFill>
        <p:spPr>
          <a:xfrm>
            <a:off x="13271500" y="7518400"/>
            <a:ext cx="457200" cy="457200"/>
          </a:xfrm>
          <a:prstGeom prst="rect">
            <a:avLst/>
          </a:prstGeom>
          <a:noFill/>
          <a:ln>
            <a:noFill/>
          </a:ln>
          <a:effectLst>
            <a:outerShdw blurRad="5210" dir="2700000" dist="35187">
              <a:srgbClr val="000000">
                <a:alpha val="20000"/>
              </a:srgbClr>
            </a:outerShdw>
          </a:effectLst>
        </p:spPr>
      </p:pic>
      <p:pic>
        <p:nvPicPr>
          <p:cNvPr id="652" name="Google Shape;652;p28"/>
          <p:cNvPicPr preferRelativeResize="0"/>
          <p:nvPr/>
        </p:nvPicPr>
        <p:blipFill rotWithShape="1">
          <a:blip r:embed="rId6">
            <a:alphaModFix/>
          </a:blip>
          <a:srcRect b="0" l="0" r="0" t="0"/>
          <a:stretch/>
        </p:blipFill>
        <p:spPr>
          <a:xfrm>
            <a:off x="13360400" y="7607300"/>
            <a:ext cx="266700" cy="266700"/>
          </a:xfrm>
          <a:prstGeom prst="rect">
            <a:avLst/>
          </a:prstGeom>
          <a:noFill/>
          <a:ln>
            <a:noFill/>
          </a:ln>
        </p:spPr>
      </p:pic>
      <p:sp>
        <p:nvSpPr>
          <p:cNvPr id="653" name="Google Shape;653;p28"/>
          <p:cNvSpPr txBox="1"/>
          <p:nvPr/>
        </p:nvSpPr>
        <p:spPr>
          <a:xfrm>
            <a:off x="13957300" y="8356600"/>
            <a:ext cx="1066800" cy="3048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1" i="0" lang="en-US" sz="1700" u="none" cap="none" strike="noStrike">
                <a:solidFill>
                  <a:srgbClr val="000000"/>
                </a:solidFill>
                <a:latin typeface="Noto Sans"/>
                <a:ea typeface="Noto Sans"/>
                <a:cs typeface="Noto Sans"/>
                <a:sym typeface="Noto Sans"/>
              </a:rPr>
              <a:t>Phone</a:t>
            </a:r>
            <a:endParaRPr/>
          </a:p>
        </p:txBody>
      </p:sp>
      <p:sp>
        <p:nvSpPr>
          <p:cNvPr id="654" name="Google Shape;654;p28"/>
          <p:cNvSpPr txBox="1"/>
          <p:nvPr/>
        </p:nvSpPr>
        <p:spPr>
          <a:xfrm>
            <a:off x="15328900" y="8356600"/>
            <a:ext cx="2171700" cy="3048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0" i="0" lang="en-US" sz="1700" u="none" cap="none" strike="noStrike">
                <a:solidFill>
                  <a:srgbClr val="000000"/>
                </a:solidFill>
                <a:latin typeface="Noto Sans"/>
                <a:ea typeface="Noto Sans"/>
                <a:cs typeface="Noto Sans"/>
                <a:sym typeface="Noto Sans"/>
              </a:rPr>
              <a:t>1-123-456-7890</a:t>
            </a:r>
            <a:endParaRPr/>
          </a:p>
        </p:txBody>
      </p:sp>
      <p:sp>
        <p:nvSpPr>
          <p:cNvPr id="655" name="Google Shape;655;p28"/>
          <p:cNvSpPr txBox="1"/>
          <p:nvPr/>
        </p:nvSpPr>
        <p:spPr>
          <a:xfrm>
            <a:off x="13957300" y="9156700"/>
            <a:ext cx="1333500" cy="3048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b="1" i="0" lang="en-US" sz="1700" u="none" cap="none" strike="noStrike">
                <a:solidFill>
                  <a:srgbClr val="000000"/>
                </a:solidFill>
                <a:latin typeface="Noto Sans"/>
                <a:ea typeface="Noto Sans"/>
                <a:cs typeface="Noto Sans"/>
                <a:sym typeface="Noto Sans"/>
              </a:rPr>
              <a:t>Homepame</a:t>
            </a:r>
            <a:endParaRPr/>
          </a:p>
        </p:txBody>
      </p:sp>
      <p:sp>
        <p:nvSpPr>
          <p:cNvPr id="656" name="Google Shape;656;p28"/>
          <p:cNvSpPr txBox="1"/>
          <p:nvPr/>
        </p:nvSpPr>
        <p:spPr>
          <a:xfrm>
            <a:off x="15328900" y="9144000"/>
            <a:ext cx="2171700" cy="304800"/>
          </a:xfrm>
          <a:prstGeom prst="rect">
            <a:avLst/>
          </a:prstGeom>
          <a:noFill/>
          <a:ln>
            <a:noFill/>
          </a:ln>
        </p:spPr>
        <p:txBody>
          <a:bodyPr anchorCtr="0" anchor="ctr" bIns="0" lIns="0" spcFirstLastPara="1" rIns="0" wrap="square" tIns="0">
            <a:noAutofit/>
          </a:bodyPr>
          <a:lstStyle/>
          <a:p>
            <a:pPr indent="0" lvl="0" marL="0" marR="0" rtl="0" algn="l">
              <a:lnSpc>
                <a:spcPct val="143590"/>
              </a:lnSpc>
              <a:spcBef>
                <a:spcPts val="0"/>
              </a:spcBef>
              <a:spcAft>
                <a:spcPts val="0"/>
              </a:spcAft>
              <a:buNone/>
            </a:pPr>
            <a:r>
              <a:rPr lang="en-US" sz="1700">
                <a:latin typeface="Noto Sans"/>
                <a:ea typeface="Noto Sans"/>
                <a:cs typeface="Noto Sans"/>
                <a:sym typeface="Noto Sans"/>
              </a:rPr>
              <a:t>TimelessTM</a:t>
            </a:r>
            <a:r>
              <a:rPr b="0" i="0" lang="en-US" sz="1700" u="none" cap="none" strike="noStrike">
                <a:solidFill>
                  <a:srgbClr val="000000"/>
                </a:solidFill>
                <a:latin typeface="Noto Sans"/>
                <a:ea typeface="Noto Sans"/>
                <a:cs typeface="Noto Sans"/>
                <a:sym typeface="Noto Sans"/>
              </a:rPr>
              <a:t>.com</a:t>
            </a:r>
            <a:endParaRPr/>
          </a:p>
        </p:txBody>
      </p:sp>
      <p:pic>
        <p:nvPicPr>
          <p:cNvPr id="657" name="Google Shape;657;p28"/>
          <p:cNvPicPr preferRelativeResize="0"/>
          <p:nvPr/>
        </p:nvPicPr>
        <p:blipFill rotWithShape="1">
          <a:blip r:embed="rId4">
            <a:alphaModFix amt="40000"/>
          </a:blip>
          <a:srcRect b="0" l="0" r="0" t="0"/>
          <a:stretch/>
        </p:blipFill>
        <p:spPr>
          <a:xfrm>
            <a:off x="13144500" y="9004300"/>
            <a:ext cx="647700" cy="647700"/>
          </a:xfrm>
          <a:prstGeom prst="rect">
            <a:avLst/>
          </a:prstGeom>
          <a:noFill/>
          <a:ln>
            <a:noFill/>
          </a:ln>
        </p:spPr>
      </p:pic>
      <p:pic>
        <p:nvPicPr>
          <p:cNvPr id="658" name="Google Shape;658;p28"/>
          <p:cNvPicPr preferRelativeResize="0"/>
          <p:nvPr/>
        </p:nvPicPr>
        <p:blipFill rotWithShape="1">
          <a:blip r:embed="rId5">
            <a:alphaModFix/>
          </a:blip>
          <a:srcRect b="0" l="0" r="0" t="0"/>
          <a:stretch/>
        </p:blipFill>
        <p:spPr>
          <a:xfrm>
            <a:off x="13246100" y="9105900"/>
            <a:ext cx="457200" cy="457200"/>
          </a:xfrm>
          <a:prstGeom prst="rect">
            <a:avLst/>
          </a:prstGeom>
          <a:noFill/>
          <a:ln>
            <a:noFill/>
          </a:ln>
          <a:effectLst>
            <a:outerShdw blurRad="5210" dir="2700000" dist="35187">
              <a:srgbClr val="000000">
                <a:alpha val="20000"/>
              </a:srgbClr>
            </a:outerShdw>
          </a:effectLst>
        </p:spPr>
      </p:pic>
      <p:pic>
        <p:nvPicPr>
          <p:cNvPr id="659" name="Google Shape;659;p28"/>
          <p:cNvPicPr preferRelativeResize="0"/>
          <p:nvPr/>
        </p:nvPicPr>
        <p:blipFill rotWithShape="1">
          <a:blip r:embed="rId7">
            <a:alphaModFix/>
          </a:blip>
          <a:srcRect b="0" l="0" r="0" t="0"/>
          <a:stretch/>
        </p:blipFill>
        <p:spPr>
          <a:xfrm>
            <a:off x="13335000" y="9194800"/>
            <a:ext cx="266700" cy="266700"/>
          </a:xfrm>
          <a:prstGeom prst="rect">
            <a:avLst/>
          </a:prstGeom>
          <a:noFill/>
          <a:ln>
            <a:noFill/>
          </a:ln>
        </p:spPr>
      </p:pic>
      <p:pic>
        <p:nvPicPr>
          <p:cNvPr id="660" name="Google Shape;660;p28"/>
          <p:cNvPicPr preferRelativeResize="0"/>
          <p:nvPr/>
        </p:nvPicPr>
        <p:blipFill rotWithShape="1">
          <a:blip r:embed="rId4">
            <a:alphaModFix amt="40000"/>
          </a:blip>
          <a:srcRect b="0" l="0" r="0" t="0"/>
          <a:stretch/>
        </p:blipFill>
        <p:spPr>
          <a:xfrm>
            <a:off x="13157200" y="8216900"/>
            <a:ext cx="647700" cy="647700"/>
          </a:xfrm>
          <a:prstGeom prst="rect">
            <a:avLst/>
          </a:prstGeom>
          <a:noFill/>
          <a:ln>
            <a:noFill/>
          </a:ln>
        </p:spPr>
      </p:pic>
      <p:pic>
        <p:nvPicPr>
          <p:cNvPr id="661" name="Google Shape;661;p28"/>
          <p:cNvPicPr preferRelativeResize="0"/>
          <p:nvPr/>
        </p:nvPicPr>
        <p:blipFill rotWithShape="1">
          <a:blip r:embed="rId5">
            <a:alphaModFix/>
          </a:blip>
          <a:srcRect b="0" l="0" r="0" t="0"/>
          <a:stretch/>
        </p:blipFill>
        <p:spPr>
          <a:xfrm>
            <a:off x="13258800" y="8305800"/>
            <a:ext cx="457200" cy="457200"/>
          </a:xfrm>
          <a:prstGeom prst="rect">
            <a:avLst/>
          </a:prstGeom>
          <a:noFill/>
          <a:ln>
            <a:noFill/>
          </a:ln>
          <a:effectLst>
            <a:outerShdw blurRad="5210" dir="2700000" dist="35187">
              <a:srgbClr val="000000">
                <a:alpha val="20000"/>
              </a:srgbClr>
            </a:outerShdw>
          </a:effectLst>
        </p:spPr>
      </p:pic>
      <p:pic>
        <p:nvPicPr>
          <p:cNvPr id="662" name="Google Shape;662;p28"/>
          <p:cNvPicPr preferRelativeResize="0"/>
          <p:nvPr/>
        </p:nvPicPr>
        <p:blipFill rotWithShape="1">
          <a:blip r:embed="rId8">
            <a:alphaModFix/>
          </a:blip>
          <a:srcRect b="0" l="0" r="0" t="0"/>
          <a:stretch/>
        </p:blipFill>
        <p:spPr>
          <a:xfrm>
            <a:off x="13398500" y="8420100"/>
            <a:ext cx="165100" cy="228600"/>
          </a:xfrm>
          <a:prstGeom prst="rect">
            <a:avLst/>
          </a:prstGeom>
          <a:noFill/>
          <a:ln>
            <a:noFill/>
          </a:ln>
        </p:spPr>
      </p:pic>
      <p:sp>
        <p:nvSpPr>
          <p:cNvPr id="663" name="Google Shape;663;p28"/>
          <p:cNvSpPr txBox="1"/>
          <p:nvPr/>
        </p:nvSpPr>
        <p:spPr>
          <a:xfrm>
            <a:off x="1595475" y="7340600"/>
            <a:ext cx="2930700" cy="288900"/>
          </a:xfrm>
          <a:prstGeom prst="rect">
            <a:avLst/>
          </a:prstGeom>
          <a:noFill/>
          <a:ln>
            <a:noFill/>
          </a:ln>
        </p:spPr>
        <p:txBody>
          <a:bodyPr anchorCtr="0" anchor="ctr" bIns="0" lIns="0" spcFirstLastPara="1" rIns="0" wrap="square" tIns="0">
            <a:noAutofit/>
          </a:bodyPr>
          <a:lstStyle/>
          <a:p>
            <a:pPr indent="0" lvl="0" marL="0" rtl="0" algn="l">
              <a:spcBef>
                <a:spcPts val="200"/>
              </a:spcBef>
              <a:spcAft>
                <a:spcPts val="200"/>
              </a:spcAft>
              <a:buSzPts val="1100"/>
              <a:buNone/>
            </a:pPr>
            <a:r>
              <a:rPr lang="en-US" sz="2100">
                <a:solidFill>
                  <a:schemeClr val="dk1"/>
                </a:solidFill>
                <a:latin typeface="Sora"/>
                <a:ea typeface="Sora"/>
                <a:cs typeface="Sora"/>
                <a:sym typeface="Sora"/>
              </a:rPr>
              <a:t>TIMELESS </a:t>
            </a:r>
            <a:r>
              <a:rPr lang="en-US" sz="1200">
                <a:solidFill>
                  <a:srgbClr val="A47617"/>
                </a:solidFill>
                <a:latin typeface="Century Gothic"/>
                <a:ea typeface="Century Gothic"/>
                <a:cs typeface="Century Gothic"/>
                <a:sym typeface="Century Gothic"/>
              </a:rPr>
              <a:t>TRANSPORT MODELS</a:t>
            </a:r>
            <a:endParaRPr/>
          </a:p>
        </p:txBody>
      </p:sp>
      <p:pic>
        <p:nvPicPr>
          <p:cNvPr id="664" name="Google Shape;664;p28"/>
          <p:cNvPicPr preferRelativeResize="0"/>
          <p:nvPr/>
        </p:nvPicPr>
        <p:blipFill rotWithShape="1">
          <a:blip r:embed="rId9">
            <a:alphaModFix/>
          </a:blip>
          <a:srcRect b="42552" l="14331" r="52868" t="31334"/>
          <a:stretch/>
        </p:blipFill>
        <p:spPr>
          <a:xfrm>
            <a:off x="640380" y="7211997"/>
            <a:ext cx="1029304" cy="54609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